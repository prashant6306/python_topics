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File I/O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Custom Serialization • File &amp; Directory Operations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840480" cy="658368"/>
          </a:xfrm>
          <a:prstGeom prst="rect">
            <a:avLst/>
          </a:prstGeom>
          <a:solidFill>
            <a:srgbClr val="0A332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46888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Serializing User-defined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2468880"/>
            <a:ext cx="3840480" cy="658368"/>
          </a:xfrm>
          <a:prstGeom prst="rect">
            <a:avLst/>
          </a:prstGeom>
          <a:solidFill>
            <a:srgbClr val="0A332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246888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Decoding Hooks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3840480" cy="658368"/>
          </a:xfrm>
          <a:prstGeom prst="rect">
            <a:avLst/>
          </a:prstGeom>
          <a:solidFill>
            <a:srgbClr val="0A332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31012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Operations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3310128"/>
            <a:ext cx="3840480" cy="658368"/>
          </a:xfrm>
          <a:prstGeom prst="rect">
            <a:avLst/>
          </a:prstGeom>
          <a:solidFill>
            <a:srgbClr val="0A332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331012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&amp; Path Operations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Chapter 23 — Let Us Python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— User-defined Types &amp; JSON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Standard types — no problem!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json.dumps(nums)   # Works fine!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User-defined class — FAILS!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Vector: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x=0, y=0):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 = 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self.y = 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Vector(3, 4)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json.dumps(v)  # ← CRASHES!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4187952"/>
            <a:ext cx="512064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2245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4480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of type 'Vector' is not JSON serializable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868680"/>
            <a:ext cx="33375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87568" y="129844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29844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encoder function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1554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your object into JSON-compatible data (dict, list, string)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87568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0299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to json.dump()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2286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default= parameter to plug in your encoder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87568" y="276148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276148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decoder function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30175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JSON data back to your custom object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87568" y="349300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34930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to json.load()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3749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object_hook= parameter to plug in your decoder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Serialization — Full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Vector: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65760" y="1380744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D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x=0, y=0):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 = x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self.y = y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D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__repr__(self):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65760" y="2002536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f'Vector({self.x}, {self.y})'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65760" y="2157984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65760" y="2313432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D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encode_vector(obj):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isinstance(obj, Vector):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65760" y="2624328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{'__Vector__': True, 'x': obj.x, 'y': obj.y}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65760" y="2779776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TypeError(f'{type(obj)} is not JSON serializable')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65760" y="2935224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65760" y="3090672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D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decode_vector(data):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'__Vector__' in data: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65760" y="3401568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Vector(data['x'], data['y'])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65760" y="3557016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65760" y="3712464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65760" y="3867912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Vector(3.0, 4.0)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65760" y="4023360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open('vector.json', 'w+') as fobj: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365760" y="4178808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json.dump(v, fobj, default=encode_vector)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365760" y="4334256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fobj.seek(0)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365760" y="4489704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restored = json.load(fobj, object_hook=decode_vector)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365760" y="4645152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print(restored)  # Vector(3.0, 4.0)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 &amp; Decoder — How They Work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Function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1280160"/>
            <a:ext cx="393192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258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encode_vector(obj):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isinstance(obj, Vector):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'__Vector__': 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'x': obj.x,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'y': obj.y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TypeError(f'Not serializable')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3035808"/>
            <a:ext cx="201168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03580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" y="303580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is the object our custom type?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3383280"/>
            <a:ext cx="201168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3832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" y="338328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yes: convert to a plain dict with a marker key (__Vector__)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730752"/>
            <a:ext cx="201168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7307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" y="373075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marker key helps the decoder identify this dict later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4078224"/>
            <a:ext cx="201168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0782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3504" y="407822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unknown type: raise TypeError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4425696"/>
            <a:ext cx="201168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425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" y="442569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via: json.dump(obj, f, default=encode_vector)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68680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Function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73752" y="1280160"/>
            <a:ext cx="393192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13258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decode_vector(data):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'__Vector__' in data: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Vector(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data['x'],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data['y']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  # return unchanged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73752" y="3035808"/>
            <a:ext cx="2011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303580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9784" y="303580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once per dict JSON.load() encounters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3383280"/>
            <a:ext cx="2011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3832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9784" y="338328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marker key (__Vector__) to identify type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73752" y="3730752"/>
            <a:ext cx="2011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37307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29784" y="373075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found: rebuild the object using stored data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73752" y="4078224"/>
            <a:ext cx="2011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40782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9784" y="407822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found: return data unchanged (normal dict)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73752" y="4425696"/>
            <a:ext cx="2011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4425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29784" y="442569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via: json.load(f, object_hook=decode_vector)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&amp; Directory Operations — Overview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01168" y="86868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68680"/>
            <a:ext cx="28346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68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File Operations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1389888"/>
            <a:ext cx="2615184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8988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file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" y="1938528"/>
            <a:ext cx="2615184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38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file exists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" y="2487168"/>
            <a:ext cx="2615184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8716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file statistics (size, dates)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0896" y="3035808"/>
            <a:ext cx="2615184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0358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or move a file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0896" y="3584448"/>
            <a:ext cx="2615184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58444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file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" y="4133088"/>
            <a:ext cx="2615184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13308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file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72968" y="86868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72968" y="868680"/>
            <a:ext cx="28346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868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Directory Operations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82696" y="1389888"/>
            <a:ext cx="2615184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138988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current working directory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82696" y="1938528"/>
            <a:ext cx="2615184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1938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directory contents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82696" y="2487168"/>
            <a:ext cx="2615184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48716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directory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82696" y="3035808"/>
            <a:ext cx="2615184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30358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nested directories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82696" y="3584448"/>
            <a:ext cx="2615184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358444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into a directory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82696" y="4133088"/>
            <a:ext cx="2615184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413308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directory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44768" y="86868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868680"/>
            <a:ext cx="28346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8686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Path Operations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54496" y="1389888"/>
            <a:ext cx="2615184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138988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absolute path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54496" y="1938528"/>
            <a:ext cx="2615184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1938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relative path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54496" y="2487168"/>
            <a:ext cx="2615184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248716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path is file/directory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54496" y="3035808"/>
            <a:ext cx="2615184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30358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path into parts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54496" y="3584448"/>
            <a:ext cx="2615184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358444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paths together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54496" y="4133088"/>
            <a:ext cx="2615184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27648" y="413308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path exists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28600" y="5010912"/>
            <a:ext cx="8686800" cy="2743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50292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used: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(core operations)  | 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(high-level file copying)  | 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(path utilities)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os Module Functions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9052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" y="117957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operating system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" y="13898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'nt' (Windows) or 'posix' (Linux/Mac)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8686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86868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9052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os.getcwd()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37176" y="117957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current working directory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37176" y="13898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'/home/user/projects'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17830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78308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" y="18196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os.listdir('.')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" y="209397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files/dirs in a directory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" y="23042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['file.txt', 'subdir', ...]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0872" y="17830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90872" y="178308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7176" y="18196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os.mkdir('mydir')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37176" y="209397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single new directory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7176" y="23042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6974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69748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" y="27340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os.makedirs('a/b/c')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" y="300837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nested directories recursively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4904" y="32186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90872" y="26974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90872" y="269748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27340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os.chdir('mydir')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37176" y="300837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into a different directory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37176" y="32186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36118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61188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" y="36484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os.rename('old','new')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4904" y="392277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 file or directory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4904" y="41330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None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90872" y="36118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90872" y="361188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37176" y="36484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os.remove('file.txt')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37176" y="392277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file permanently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37176" y="41330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None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8600" y="45262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28600" y="452628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" y="45628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os.stat('file.txt')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74904" y="483717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file metadata (size, dates, etc.)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4904" y="50474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stat_result object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&amp; Directory Operations — 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6636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shutil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80744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print(os.name)           # nt or posix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print(os.getcwd())       # current directory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print(os.listdir('.'))   # list contents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002536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directory (if not there)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157984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os.path.exists('project'):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313432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os.mkdir('project')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24328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os.chdir('project')         # enter 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779776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os.makedirs('src/utils')    # nested dirs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935224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090672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file inside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open('readme.txt','w') as f: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401568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f.write('Project info here')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557016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712464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stats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867912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= os.stat('readme.txt')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02336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print('Size:', info.st_size, 'bytes')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178808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334256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Copy, rename, delete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489704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shutil.copyfile('readme.txt','backup.txt')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645152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os.rename('backup.txt','notes.txt')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os.remove('notes.txt')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868680"/>
            <a:ext cx="3337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69280" y="914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'.' means current directory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69280" y="123444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'..' means parent directory. Always use os.path.exists() before creating.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77840" y="1856232"/>
            <a:ext cx="3337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69280" y="1901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shutil for copying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669280" y="222199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module has no built-in copy — use shutil.copyfile() for file copies.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2843784"/>
            <a:ext cx="3337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669280" y="28895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os.stat() metadata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669280" y="320954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st_size (bytes), st_mtime (modified time), st_ctime (created time).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3831336"/>
            <a:ext cx="3337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669280" y="38770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os.remove() is permanent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669280" y="419709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recycle bin! File is immediately deleted. Use with caution.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Operations with os.path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2519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869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os.path.exists(path)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2161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file or directory exists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069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45336"/>
            <a:ext cx="3977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os.path.exists('config.txt')  # True/False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86868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868680"/>
            <a:ext cx="42519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8869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os.path.isfile(path)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82312" y="12161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path points to a file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82312" y="1508760"/>
            <a:ext cx="4069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545336"/>
            <a:ext cx="3977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os.path.isfile('data.csv')    # True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313432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313432"/>
            <a:ext cx="42519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31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os.path.isdir(path)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26609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path is a directory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953512"/>
            <a:ext cx="4069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90088"/>
            <a:ext cx="3977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os.path.isdir('logs')         # True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90872" y="2313432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2313432"/>
            <a:ext cx="42519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2331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os.path.abspath(path)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82312" y="26609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full absolute path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82312" y="2953512"/>
            <a:ext cx="4069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990088"/>
            <a:ext cx="3977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os.path.abspath('data.txt')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'/home/user/project/data.txt'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3758184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758184"/>
            <a:ext cx="42519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7764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os.path.join(a, b)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0040" y="41056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path components safely (cross-platform)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0040" y="4398264"/>
            <a:ext cx="4069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434840"/>
            <a:ext cx="3977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os.path.join('/home/user','docs')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'/home/user/docs'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90872" y="3758184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90872" y="3758184"/>
            <a:ext cx="42519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37764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os.path.split(path)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82312" y="41056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path into (directory, filename) tuple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82312" y="4398264"/>
            <a:ext cx="4069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4434840"/>
            <a:ext cx="3977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os.path.split('/home/user/file.txt')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('/home/user', 'file.txt')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It All Together — Complete Program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json, shutil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workspace directory safely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80744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 = 'my_project'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os.path.exists(workspace):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os.makedirs(workspace + '/data')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002536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structured data with JSON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157984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313432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{'name': 'Alice', 'score': 92},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{'name': 'Bob',   'score': 87},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24328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779776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data_path = os.path.join(workspace, 'data', 'scores.json')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935224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open(data_path, 'w') as fobj: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090672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json.dump(students, fobj)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401568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and process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557016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open(data_path, 'r') as fobj: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712464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loaded = json.load(fobj)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867912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 in loaded: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02336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print(s['name'], '-&gt;', s['score'])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178808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334256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Backup the file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489704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= data_path.replace('.json', '_backup.json')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645152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shutil.copyfile(data_path, backup)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print('Backup size:', os.stat(backup).st_size)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0" y="1298448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with keyword — safe file handling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181051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os.makedirs() — nested dirs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0" y="232257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os.path.join() — cross-platform paths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0" y="283464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json.dump/load — structured data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334670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shutil.copyfile() — file backup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0" y="3858768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os.stat() — file size check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69280" y="437083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os.path.exists() — safe creation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Chapter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3977640" cy="749808"/>
          </a:xfrm>
          <a:prstGeom prst="rect">
            <a:avLst/>
          </a:prstGeom>
          <a:solidFill>
            <a:srgbClr val="0A332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24128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I/O System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" y="1316736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vs Binary. Sources: keyboard, file, network. Destinations: screen, file, network.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987552"/>
            <a:ext cx="3977640" cy="749808"/>
          </a:xfrm>
          <a:prstGeom prst="rect">
            <a:avLst/>
          </a:prstGeom>
          <a:solidFill>
            <a:srgbClr val="0A332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024128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open() + close()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10328" y="1316736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open(name, mode) → file object. Always close to flush buffer. Default mode = 'r'.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3977640" cy="749808"/>
          </a:xfrm>
          <a:prstGeom prst="rect">
            <a:avLst/>
          </a:prstGeom>
          <a:solidFill>
            <a:srgbClr val="0A332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1865376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read/write ops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" y="2157984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write(), writelines(), read(), read(n), readline(), readlines(). Convert non-strings with str().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828800"/>
            <a:ext cx="3977640" cy="749808"/>
          </a:xfrm>
          <a:prstGeom prst="rect">
            <a:avLst/>
          </a:prstGeom>
          <a:solidFill>
            <a:srgbClr val="0A332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1865376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 Opening Modes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'r','w','a','r+','w+','a+' for text; add 'b' for binary. 'w' overwrites, 'a' appends.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70048"/>
            <a:ext cx="3977640" cy="749808"/>
          </a:xfrm>
          <a:prstGeom prst="rect">
            <a:avLst/>
          </a:prstGeom>
          <a:solidFill>
            <a:srgbClr val="0A332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2706624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with keyword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5488" y="2999232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Auto-closes file on block exit, even if exception occurs. The Pythonic way to handle files.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670048"/>
            <a:ext cx="3977640" cy="749808"/>
          </a:xfrm>
          <a:prstGeom prst="rect">
            <a:avLst/>
          </a:prstGeom>
          <a:solidFill>
            <a:srgbClr val="0A332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0328" y="2706624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seek(offset, ref)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10328" y="2999232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0=start, 1=current, 2=end. Binary supports all 3. Text supports 0 and 2 only.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511296"/>
            <a:ext cx="3977640" cy="749808"/>
          </a:xfrm>
          <a:prstGeom prst="rect">
            <a:avLst/>
          </a:prstGeom>
          <a:solidFill>
            <a:srgbClr val="0A332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3547872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JSON dump/load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5488" y="384048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Serializes list, dict, str, int, float. dump/load for files; dumps/loads for strings.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511296"/>
            <a:ext cx="3977640" cy="749808"/>
          </a:xfrm>
          <a:prstGeom prst="rect">
            <a:avLst/>
          </a:prstGeom>
          <a:solidFill>
            <a:srgbClr val="0A332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10328" y="3547872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Custom serialization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910328" y="384048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encode_* for default= param and decode_* for object_hook= param in dump/load.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46227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Chapter 23 — File &amp; Directory Operations in Python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2026-03-08T03:35:31Z</dcterms:created>
  <dcterms:modified xsi:type="dcterms:W3CDTF">2026-03-08T03:35:31Z</dcterms:modified>
</cp:coreProperties>
</file>