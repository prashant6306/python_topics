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Boolean &amp; Sorting Functions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any(), all(), sorted(), and reversed()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any() function returns True if one (or more) items in the list are True. Returns True if at least one element is truthy.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any(list_name)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each element in the list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True if ANY element is True or truthy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False only if ALL elements are False or falsy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Short-circuits: stops checking when first True is found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7863840" cy="24688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1: At least one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[0, 0, 0, 0,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print(any(values))           #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2: All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[0, 0, 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print(any(values))           #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3: Mixed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[False, False, True, False]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print(any(data))             # True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all() function returns True if ALL items in the list are True. Returns False if even one element is False.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all(list_name)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each element in the list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True only if ALL elements are True or truthy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False if ANY element is False or falsy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Short-circuits: stops checking when first False is found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7863840" cy="24688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1: All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print(all(values))           #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2: Contains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print(all(values))           # False (0 is falsy)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3: All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[False, False, False]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print(all(data))             # False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any() vs all() Comparison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Difference: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True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 be True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420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element is True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542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all elements True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992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all are False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element is False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Examples: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384048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- At least one True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data1 = [0, 0,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print(any(data1))  #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data2 = [0, 0, 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print(any(data2))  # False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480560"/>
            <a:ext cx="3840480" cy="219456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 - All must be True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937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data1 = [1, 1,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print(all(data1))  #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data2 = [1, 1, 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print(all(data2))  # 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sorted() function returns a new sorted list in ascending order. The original list remains unchanged.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sorted_list = sorted(original_list)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Sorting Process: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4526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5166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548640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5961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37360" y="548640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5961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548640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55961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548640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55961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0" y="548640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55961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3200400"/>
            <a:ext cx="3474720" cy="29260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36576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[50, 40,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20, 30]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sorted_nums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sorted(nums)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print(sorted_nums)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20, 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40, 50]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[50, 40, 10,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20, 30]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Original unchanged!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reversed()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reversed() function returns a reversed (mirrored) list. It reverses the order of elements in the list.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Note: reversed() returns an iterator, not a list. Use list() to convert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reversed_list = list(reversed(original_list))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Reversal Process: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977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42976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407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42976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4407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42976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4407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42976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407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4074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5120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71600" y="5486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71600" y="580644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916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6355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580644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5916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94560" y="6355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17520" y="580644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5916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6355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580644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5916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0" y="6355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5806440"/>
            <a:ext cx="73152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5916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63440" y="6355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3931920"/>
            <a:ext cx="2834640" cy="26517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852160" y="43434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30, 40,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50]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 = reversed(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rev_list =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list(rev)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print(rev_list)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[50, 40,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30, 20,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10]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sorted() vs reversed()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502920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by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4747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[50, 40, 10, 20, 30]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sorted():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 20, 30, 40, 50]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Sorted by value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Ascending order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Returns new list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Original unchanged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840480" cy="502920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reversed()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position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47472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[50, 40, 10, 20, 30]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reversed():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[30, 20, 10, 40, 50]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Reversed position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Mirror order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Returns iterator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list() to convert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Methods 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 are functions that belong to list objects. They allow us to perform various operations on lists.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list_name.method_name()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of List Methods: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2900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Elements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append(), insert(), extend()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976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Elements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remove(), pop(), clear()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786384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16636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&amp; Counting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index(), count()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786384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03504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Reversing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635508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sort(), reverse(), copy()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2026-02-11T08:39:11Z</dcterms:created>
  <dcterms:modified xsi:type="dcterms:W3CDTF">2026-02-11T08:39:11Z</dcterms:modified>
</cp:coreProperties>
</file>