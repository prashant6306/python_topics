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notesSlides/_rels/notesSlide11.xml.rels" ContentType="application/vnd.openxmlformats-package.relationships+xml"/>
  <Override PartName="/ppt/notesSlides/_rels/notesSlide2.xml.rels" ContentType="application/vnd.openxmlformats-package.relationships+xml"/>
  <Override PartName="/ppt/notesSlides/_rels/notesSlide12.xml.rels" ContentType="application/vnd.openxmlformats-package.relationships+xml"/>
  <Override PartName="/ppt/notesSlides/_rels/notesSlide5.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_rels/notesSlide1.xml.rels" ContentType="application/vnd.openxmlformats-package.relationships+xml"/>
  <Override PartName="/ppt/notesSlides/_rels/notesSlide14.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18.xml.rels" ContentType="application/vnd.openxmlformats-package.relationships+xml"/>
  <Override PartName="/ppt/notesSlides/_rels/notesSlide8.xml.rels" ContentType="application/vnd.openxmlformats-package.relationships+xml"/>
  <Override PartName="/ppt/notesSlides/_rels/notesSlide17.xml.rels" ContentType="application/vnd.openxmlformats-package.relationships+xml"/>
  <Override PartName="/ppt/notesSlides/_rels/notesSlide4.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19.xml.rels" ContentType="application/vnd.openxmlformats-package.relationships+xml"/>
  <Override PartName="/ppt/notesSlides/_rels/notesSlide20.xml.rels" ContentType="application/vnd.openxmlformats-package.relationships+xml"/>
  <Override PartName="/ppt/notesSlides/_rels/notesSlide22.xml.rels" ContentType="application/vnd.openxmlformats-package.relationships+xml"/>
  <Override PartName="/ppt/notesSlides/_rels/notesSlide6.xml.rels" ContentType="application/vnd.openxmlformats-package.relationships+xml"/>
  <Override PartName="/ppt/notesSlides/_rels/notesSlide15.xml.rels" ContentType="application/vnd.openxmlformats-package.relationships+xml"/>
  <Override PartName="/ppt/notesSlides/_rels/notesSlide21.xml.rels" ContentType="application/vnd.openxmlformats-package.relationships+xml"/>
  <Override PartName="/ppt/notesSlides/notesSlide9.xml" ContentType="application/vnd.openxmlformats-officedocument.presentationml.notesSlide+xml"/>
  <Override PartName="/ppt/notesSlides/notesSlide18.xml" ContentType="application/vnd.openxmlformats-officedocument.presentationml.notesSlide+xml"/>
  <Override PartName="/ppt/notesSlides/notesSlide20.xml" ContentType="application/vnd.openxmlformats-officedocument.presentationml.notesSlide+xml"/>
  <Override PartName="/ppt/notesSlides/notesSlide8.xml" ContentType="application/vnd.openxmlformats-officedocument.presentationml.notesSlide+xml"/>
  <Override PartName="/ppt/notesSlides/notesSlide17.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7.xml" ContentType="application/vnd.openxmlformats-officedocument.presentationml.notesSlide+xml"/>
  <Override PartName="/ppt/notesSlides/notesSlide16.xml" ContentType="application/vnd.openxmlformats-officedocument.presentationml.notesSlide+xml"/>
  <Override PartName="/ppt/notesSlides/notesSlide22.xml" ContentType="application/vnd.openxmlformats-officedocument.presentationml.notesSlide+xml"/>
  <Override PartName="/ppt/notesSlides/notesSlide21.xml" ContentType="application/vnd.openxmlformats-officedocument.presentationml.notesSlide+xml"/>
  <Override PartName="/ppt/notesSlides/notesSlide19.xml" ContentType="application/vnd.openxmlformats-officedocument.presentationml.notesSlide+xml"/>
  <Override PartName="/ppt/notesSlides/notesSlide10.xml" ContentType="application/vnd.openxmlformats-officedocument.presentationml.notesSlide+xml"/>
  <Override PartName="/ppt/notesSlides/notesSlide1.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3.xml" ContentType="application/vnd.openxmlformats-officedocument.presentationml.notesSlide+xml"/>
  <Override PartName="/ppt/notesSlides/notesSlide12.xml" ContentType="application/vnd.openxmlformats-officedocument.presentationml.notesSlid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19.xml" ContentType="application/vnd.openxmlformats-officedocument.presentationml.slide+xml"/>
  <Override PartName="/ppt/slides/slide4.xml" ContentType="application/vnd.openxmlformats-officedocument.presentationml.slide+xml"/>
  <Override PartName="/ppt/slides/slide20.xml" ContentType="application/vnd.openxmlformats-officedocument.presentationml.slide+xml"/>
  <Override PartName="/ppt/slides/slide18.xml" ContentType="application/vnd.openxmlformats-officedocument.presentationml.slide+xml"/>
  <Override PartName="/ppt/slides/slide3.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_rels/slide2.xml.rels" ContentType="application/vnd.openxmlformats-package.relationships+xml"/>
  <Override PartName="/ppt/slides/_rels/slide20.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6.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slides/_rels/slide8.xml.rels" ContentType="application/vnd.openxmlformats-package.relationships+xml"/>
  <Override PartName="/ppt/slides/_rels/slide22.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21.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19.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IN" sz="1800" spc="-1" strike="noStrike">
                <a:solidFill>
                  <a:srgbClr val="000000"/>
                </a:solidFill>
                <a:latin typeface="Calibri"/>
              </a:rPr>
              <a:t>Cli</a:t>
            </a:r>
            <a:r>
              <a:rPr b="0" lang="en-IN" sz="1800" spc="-1" strike="noStrike">
                <a:solidFill>
                  <a:srgbClr val="000000"/>
                </a:solidFill>
                <a:latin typeface="Calibri"/>
              </a:rPr>
              <a:t>ck </a:t>
            </a:r>
            <a:r>
              <a:rPr b="0" lang="en-IN" sz="1800" spc="-1" strike="noStrike">
                <a:solidFill>
                  <a:srgbClr val="000000"/>
                </a:solidFill>
                <a:latin typeface="Calibri"/>
              </a:rPr>
              <a:t>to </a:t>
            </a:r>
            <a:r>
              <a:rPr b="0" lang="en-IN" sz="1800" spc="-1" strike="noStrike">
                <a:solidFill>
                  <a:srgbClr val="000000"/>
                </a:solidFill>
                <a:latin typeface="Calibri"/>
              </a:rPr>
              <a:t>mo</a:t>
            </a:r>
            <a:r>
              <a:rPr b="0" lang="en-IN" sz="1800" spc="-1" strike="noStrike">
                <a:solidFill>
                  <a:srgbClr val="000000"/>
                </a:solidFill>
                <a:latin typeface="Calibri"/>
              </a:rPr>
              <a:t>ve </a:t>
            </a:r>
            <a:r>
              <a:rPr b="0" lang="en-IN" sz="1800" spc="-1" strike="noStrike">
                <a:solidFill>
                  <a:srgbClr val="000000"/>
                </a:solidFill>
                <a:latin typeface="Calibri"/>
              </a:rPr>
              <a:t>th</a:t>
            </a:r>
            <a:r>
              <a:rPr b="0" lang="en-IN" sz="1800" spc="-1" strike="noStrike">
                <a:solidFill>
                  <a:srgbClr val="000000"/>
                </a:solidFill>
                <a:latin typeface="Calibri"/>
              </a:rPr>
              <a:t>e </a:t>
            </a:r>
            <a:r>
              <a:rPr b="0" lang="en-IN" sz="1800" spc="-1" strike="noStrike">
                <a:solidFill>
                  <a:srgbClr val="000000"/>
                </a:solidFill>
                <a:latin typeface="Calibri"/>
              </a:rPr>
              <a:t>sli</a:t>
            </a:r>
            <a:r>
              <a:rPr b="0" lang="en-IN" sz="1800" spc="-1" strike="noStrike">
                <a:solidFill>
                  <a:srgbClr val="000000"/>
                </a:solidFill>
                <a:latin typeface="Calibri"/>
              </a:rPr>
              <a:t>de</a:t>
            </a:r>
            <a:endParaRPr b="0" lang="en-IN" sz="1800" spc="-1" strike="noStrike">
              <a:solidFill>
                <a:srgbClr val="000000"/>
              </a:solidFill>
              <a:latin typeface="Calibri"/>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IN" sz="2000" spc="-1" strike="noStrike">
                <a:latin typeface="Arial"/>
              </a:rPr>
              <a:t>Cli</a:t>
            </a:r>
            <a:r>
              <a:rPr b="0" lang="en-IN" sz="2000" spc="-1" strike="noStrike">
                <a:latin typeface="Arial"/>
              </a:rPr>
              <a:t>c</a:t>
            </a:r>
            <a:r>
              <a:rPr b="0" lang="en-IN" sz="2000" spc="-1" strike="noStrike">
                <a:latin typeface="Arial"/>
              </a:rPr>
              <a:t>k </a:t>
            </a:r>
            <a:r>
              <a:rPr b="0" lang="en-IN" sz="2000" spc="-1" strike="noStrike">
                <a:latin typeface="Arial"/>
              </a:rPr>
              <a:t>t</a:t>
            </a:r>
            <a:r>
              <a:rPr b="0" lang="en-IN" sz="2000" spc="-1" strike="noStrike">
                <a:latin typeface="Arial"/>
              </a:rPr>
              <a:t>o </a:t>
            </a:r>
            <a:r>
              <a:rPr b="0" lang="en-IN" sz="2000" spc="-1" strike="noStrike">
                <a:latin typeface="Arial"/>
              </a:rPr>
              <a:t>e</a:t>
            </a:r>
            <a:r>
              <a:rPr b="0" lang="en-IN" sz="2000" spc="-1" strike="noStrike">
                <a:latin typeface="Arial"/>
              </a:rPr>
              <a:t>d</a:t>
            </a:r>
            <a:r>
              <a:rPr b="0" lang="en-IN" sz="2000" spc="-1" strike="noStrike">
                <a:latin typeface="Arial"/>
              </a:rPr>
              <a:t>it </a:t>
            </a:r>
            <a:r>
              <a:rPr b="0" lang="en-IN" sz="2000" spc="-1" strike="noStrike">
                <a:latin typeface="Arial"/>
              </a:rPr>
              <a:t>t</a:t>
            </a:r>
            <a:r>
              <a:rPr b="0" lang="en-IN" sz="2000" spc="-1" strike="noStrike">
                <a:latin typeface="Arial"/>
              </a:rPr>
              <a:t>h</a:t>
            </a:r>
            <a:r>
              <a:rPr b="0" lang="en-IN" sz="2000" spc="-1" strike="noStrike">
                <a:latin typeface="Arial"/>
              </a:rPr>
              <a:t>e </a:t>
            </a:r>
            <a:r>
              <a:rPr b="0" lang="en-IN" sz="2000" spc="-1" strike="noStrike">
                <a:latin typeface="Arial"/>
              </a:rPr>
              <a:t>n</a:t>
            </a:r>
            <a:r>
              <a:rPr b="0" lang="en-IN" sz="2000" spc="-1" strike="noStrike">
                <a:latin typeface="Arial"/>
              </a:rPr>
              <a:t>o</a:t>
            </a:r>
            <a:r>
              <a:rPr b="0" lang="en-IN" sz="2000" spc="-1" strike="noStrike">
                <a:latin typeface="Arial"/>
              </a:rPr>
              <a:t>t</a:t>
            </a:r>
            <a:r>
              <a:rPr b="0" lang="en-IN" sz="2000" spc="-1" strike="noStrike">
                <a:latin typeface="Arial"/>
              </a:rPr>
              <a:t>e</a:t>
            </a:r>
            <a:r>
              <a:rPr b="0" lang="en-IN" sz="2000" spc="-1" strike="noStrike">
                <a:latin typeface="Arial"/>
              </a:rPr>
              <a:t>s </a:t>
            </a:r>
            <a:r>
              <a:rPr b="0" lang="en-IN" sz="2000" spc="-1" strike="noStrike">
                <a:latin typeface="Arial"/>
              </a:rPr>
              <a:t>f</a:t>
            </a:r>
            <a:r>
              <a:rPr b="0" lang="en-IN" sz="2000" spc="-1" strike="noStrike">
                <a:latin typeface="Arial"/>
              </a:rPr>
              <a:t>o</a:t>
            </a:r>
            <a:r>
              <a:rPr b="0" lang="en-IN" sz="2000" spc="-1" strike="noStrike">
                <a:latin typeface="Arial"/>
              </a:rPr>
              <a:t>r</a:t>
            </a:r>
            <a:r>
              <a:rPr b="0" lang="en-IN" sz="2000" spc="-1" strike="noStrike">
                <a:latin typeface="Arial"/>
              </a:rPr>
              <a:t>m</a:t>
            </a:r>
            <a:r>
              <a:rPr b="0" lang="en-IN" sz="2000" spc="-1" strike="noStrike">
                <a:latin typeface="Arial"/>
              </a:rPr>
              <a:t>a</a:t>
            </a:r>
            <a:r>
              <a:rPr b="0" lang="en-IN" sz="2000" spc="-1" strike="noStrike">
                <a:latin typeface="Arial"/>
              </a:rPr>
              <a:t>t</a:t>
            </a:r>
            <a:endParaRPr b="0" lang="en-IN" sz="2000" spc="-1" strike="noStrike">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IN" sz="1400" spc="-1" strike="noStrike">
                <a:latin typeface="Times New Roman"/>
              </a:rPr>
              <a:t>&lt;header&gt;</a:t>
            </a:r>
            <a:endParaRPr b="0" lang="en-IN" sz="1400" spc="-1" strike="noStrike">
              <a:latin typeface="Times New Roman"/>
            </a:endParaRPr>
          </a:p>
        </p:txBody>
      </p:sp>
      <p:sp>
        <p:nvSpPr>
          <p:cNvPr id="41"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algn="r">
              <a:buNone/>
              <a:defRPr b="0" lang="en-IN" sz="1400" spc="-1" strike="noStrike">
                <a:latin typeface="Times New Roman"/>
              </a:defRPr>
            </a:lvl1pPr>
          </a:lstStyle>
          <a:p>
            <a:pPr algn="r">
              <a:buNone/>
            </a:pPr>
            <a:r>
              <a:rPr b="0" lang="en-IN" sz="1400" spc="-1" strike="noStrike">
                <a:latin typeface="Times New Roman"/>
              </a:rPr>
              <a:t>&lt;date/time&gt;</a:t>
            </a:r>
            <a:endParaRPr b="0" lang="en-IN" sz="1400" spc="-1" strike="noStrike">
              <a:latin typeface="Times New Roman"/>
            </a:endParaRPr>
          </a:p>
        </p:txBody>
      </p:sp>
      <p:sp>
        <p:nvSpPr>
          <p:cNvPr id="42"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a:defRPr b="0" lang="en-IN" sz="1400" spc="-1" strike="noStrike">
                <a:latin typeface="Times New Roman"/>
              </a:defRPr>
            </a:lvl1pPr>
          </a:lstStyle>
          <a:p>
            <a:r>
              <a:rPr b="0" lang="en-IN" sz="1400" spc="-1" strike="noStrike">
                <a:latin typeface="Times New Roman"/>
              </a:rPr>
              <a:t>&lt;footer&gt;</a:t>
            </a:r>
            <a:endParaRPr b="0" lang="en-IN" sz="1400" spc="-1" strike="noStrike">
              <a:latin typeface="Times New Roman"/>
            </a:endParaRPr>
          </a:p>
        </p:txBody>
      </p:sp>
      <p:sp>
        <p:nvSpPr>
          <p:cNvPr id="43"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algn="r">
              <a:buNone/>
              <a:defRPr b="0" lang="en-IN" sz="1400" spc="-1" strike="noStrike">
                <a:latin typeface="Times New Roman"/>
              </a:defRPr>
            </a:lvl1pPr>
          </a:lstStyle>
          <a:p>
            <a:pPr algn="r">
              <a:buNone/>
            </a:pPr>
            <a:fld id="{72A18E22-A2F1-4244-B303-71B45C2B47B9}" type="slidenum">
              <a:rPr b="0" lang="en-IN" sz="1400" spc="-1" strike="noStrike">
                <a:latin typeface="Times New Roman"/>
              </a:rPr>
              <a:t>&lt;number&gt;</a:t>
            </a:fld>
            <a:endParaRPr b="0" lang="en-IN"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PlaceHolder 1"/>
          <p:cNvSpPr>
            <a:spLocks noGrp="1"/>
          </p:cNvSpPr>
          <p:nvPr>
            <p:ph type="sldImg"/>
          </p:nvPr>
        </p:nvSpPr>
        <p:spPr>
          <a:xfrm>
            <a:off x="685800" y="1143000"/>
            <a:ext cx="5486040" cy="3085920"/>
          </a:xfrm>
          <a:prstGeom prst="rect">
            <a:avLst/>
          </a:prstGeom>
          <a:ln w="0">
            <a:noFill/>
          </a:ln>
        </p:spPr>
      </p:sp>
      <p:sp>
        <p:nvSpPr>
          <p:cNvPr id="20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205" name="PlaceHolder 3"/>
          <p:cNvSpPr>
            <a:spLocks noGrp="1"/>
          </p:cNvSpPr>
          <p:nvPr>
            <p:ph type="sldNum" idx="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5CC7CB24-F4B3-4703-92A2-1A7AD93011F5}"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6" name="PlaceHolder 1"/>
          <p:cNvSpPr>
            <a:spLocks noGrp="1"/>
          </p:cNvSpPr>
          <p:nvPr>
            <p:ph type="sldImg"/>
          </p:nvPr>
        </p:nvSpPr>
        <p:spPr>
          <a:xfrm>
            <a:off x="685800" y="1143000"/>
            <a:ext cx="5486040" cy="3085920"/>
          </a:xfrm>
          <a:prstGeom prst="rect">
            <a:avLst/>
          </a:prstGeom>
          <a:ln w="0">
            <a:noFill/>
          </a:ln>
        </p:spPr>
      </p:sp>
      <p:sp>
        <p:nvSpPr>
          <p:cNvPr id="20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208" name="PlaceHolder 3"/>
          <p:cNvSpPr>
            <a:spLocks noGrp="1"/>
          </p:cNvSpPr>
          <p:nvPr>
            <p:ph type="sldNum" idx="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AA97D0A6-43BB-48D1-A485-304AD095AC59}"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9" name="PlaceHolder 1"/>
          <p:cNvSpPr>
            <a:spLocks noGrp="1"/>
          </p:cNvSpPr>
          <p:nvPr>
            <p:ph type="sldImg"/>
          </p:nvPr>
        </p:nvSpPr>
        <p:spPr>
          <a:xfrm>
            <a:off x="685800" y="1143000"/>
            <a:ext cx="5486040" cy="3085920"/>
          </a:xfrm>
          <a:prstGeom prst="rect">
            <a:avLst/>
          </a:prstGeom>
          <a:ln w="0">
            <a:noFill/>
          </a:ln>
        </p:spPr>
      </p:sp>
      <p:sp>
        <p:nvSpPr>
          <p:cNvPr id="210"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211" name="PlaceHolder 3"/>
          <p:cNvSpPr>
            <a:spLocks noGrp="1"/>
          </p:cNvSpPr>
          <p:nvPr>
            <p:ph type="sldNum" idx="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846B825-A946-45EF-A1B2-97FA3B2DD4FE}"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2" name="PlaceHolder 1"/>
          <p:cNvSpPr>
            <a:spLocks noGrp="1"/>
          </p:cNvSpPr>
          <p:nvPr>
            <p:ph type="sldImg"/>
          </p:nvPr>
        </p:nvSpPr>
        <p:spPr>
          <a:xfrm>
            <a:off x="685800" y="1143000"/>
            <a:ext cx="5486040" cy="3085920"/>
          </a:xfrm>
          <a:prstGeom prst="rect">
            <a:avLst/>
          </a:prstGeom>
          <a:ln w="0">
            <a:noFill/>
          </a:ln>
        </p:spPr>
      </p:sp>
      <p:sp>
        <p:nvSpPr>
          <p:cNvPr id="21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214" name="PlaceHolder 3"/>
          <p:cNvSpPr>
            <a:spLocks noGrp="1"/>
          </p:cNvSpPr>
          <p:nvPr>
            <p:ph type="sldNum" idx="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8B8CF6D-60C3-441E-A850-58C3AABE50D8}"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5" name="PlaceHolder 1"/>
          <p:cNvSpPr>
            <a:spLocks noGrp="1"/>
          </p:cNvSpPr>
          <p:nvPr>
            <p:ph type="sldImg"/>
          </p:nvPr>
        </p:nvSpPr>
        <p:spPr>
          <a:xfrm>
            <a:off x="685800" y="1143000"/>
            <a:ext cx="5486040" cy="3085920"/>
          </a:xfrm>
          <a:prstGeom prst="rect">
            <a:avLst/>
          </a:prstGeom>
          <a:ln w="0">
            <a:noFill/>
          </a:ln>
        </p:spPr>
      </p:sp>
      <p:sp>
        <p:nvSpPr>
          <p:cNvPr id="21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217" name="PlaceHolder 3"/>
          <p:cNvSpPr>
            <a:spLocks noGrp="1"/>
          </p:cNvSpPr>
          <p:nvPr>
            <p:ph type="sldNum" idx="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AE8EB23-A23F-4E0D-B022-44263DE5E987}"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PlaceHolder 1"/>
          <p:cNvSpPr>
            <a:spLocks noGrp="1"/>
          </p:cNvSpPr>
          <p:nvPr>
            <p:ph type="sldImg"/>
          </p:nvPr>
        </p:nvSpPr>
        <p:spPr>
          <a:xfrm>
            <a:off x="685800" y="1143000"/>
            <a:ext cx="5486040" cy="3085920"/>
          </a:xfrm>
          <a:prstGeom prst="rect">
            <a:avLst/>
          </a:prstGeom>
          <a:ln w="0">
            <a:noFill/>
          </a:ln>
        </p:spPr>
      </p:sp>
      <p:sp>
        <p:nvSpPr>
          <p:cNvPr id="21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220" name="PlaceHolder 3"/>
          <p:cNvSpPr>
            <a:spLocks noGrp="1"/>
          </p:cNvSpPr>
          <p:nvPr>
            <p:ph type="sldNum" idx="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0D102820-7F92-4B19-AD58-E5934B2C67AD}"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1" name="PlaceHolder 1"/>
          <p:cNvSpPr>
            <a:spLocks noGrp="1"/>
          </p:cNvSpPr>
          <p:nvPr>
            <p:ph type="sldImg"/>
          </p:nvPr>
        </p:nvSpPr>
        <p:spPr>
          <a:xfrm>
            <a:off x="685800" y="1143000"/>
            <a:ext cx="5486040" cy="3085920"/>
          </a:xfrm>
          <a:prstGeom prst="rect">
            <a:avLst/>
          </a:prstGeom>
          <a:ln w="0">
            <a:noFill/>
          </a:ln>
        </p:spPr>
      </p:sp>
      <p:sp>
        <p:nvSpPr>
          <p:cNvPr id="22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223" name="PlaceHolder 3"/>
          <p:cNvSpPr>
            <a:spLocks noGrp="1"/>
          </p:cNvSpPr>
          <p:nvPr>
            <p:ph type="sldNum" idx="1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B933644-8B68-4B61-902B-8B7384B44002}"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4" name="PlaceHolder 1"/>
          <p:cNvSpPr>
            <a:spLocks noGrp="1"/>
          </p:cNvSpPr>
          <p:nvPr>
            <p:ph type="sldImg"/>
          </p:nvPr>
        </p:nvSpPr>
        <p:spPr>
          <a:xfrm>
            <a:off x="685800" y="1143000"/>
            <a:ext cx="5486040" cy="3085920"/>
          </a:xfrm>
          <a:prstGeom prst="rect">
            <a:avLst/>
          </a:prstGeom>
          <a:ln w="0">
            <a:noFill/>
          </a:ln>
        </p:spPr>
      </p:sp>
      <p:sp>
        <p:nvSpPr>
          <p:cNvPr id="22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226" name="PlaceHolder 3"/>
          <p:cNvSpPr>
            <a:spLocks noGrp="1"/>
          </p:cNvSpPr>
          <p:nvPr>
            <p:ph type="sldNum" idx="1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9AA0BFFE-71AE-4F02-B6A5-23E036A334F6}"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PlaceHolder 1"/>
          <p:cNvSpPr>
            <a:spLocks noGrp="1"/>
          </p:cNvSpPr>
          <p:nvPr>
            <p:ph type="sldImg"/>
          </p:nvPr>
        </p:nvSpPr>
        <p:spPr>
          <a:xfrm>
            <a:off x="685800" y="1143000"/>
            <a:ext cx="5486040" cy="3085920"/>
          </a:xfrm>
          <a:prstGeom prst="rect">
            <a:avLst/>
          </a:prstGeom>
          <a:ln w="0">
            <a:noFill/>
          </a:ln>
        </p:spPr>
      </p:sp>
      <p:sp>
        <p:nvSpPr>
          <p:cNvPr id="22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229" name="PlaceHolder 3"/>
          <p:cNvSpPr>
            <a:spLocks noGrp="1"/>
          </p:cNvSpPr>
          <p:nvPr>
            <p:ph type="sldNum" idx="1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17F832A-72FC-4F3A-BF64-AF9A0DADBFB0}"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0" name="PlaceHolder 1"/>
          <p:cNvSpPr>
            <a:spLocks noGrp="1"/>
          </p:cNvSpPr>
          <p:nvPr>
            <p:ph type="sldImg"/>
          </p:nvPr>
        </p:nvSpPr>
        <p:spPr>
          <a:xfrm>
            <a:off x="685800" y="1143000"/>
            <a:ext cx="5486040" cy="3085920"/>
          </a:xfrm>
          <a:prstGeom prst="rect">
            <a:avLst/>
          </a:prstGeom>
          <a:ln w="0">
            <a:noFill/>
          </a:ln>
        </p:spPr>
      </p:sp>
      <p:sp>
        <p:nvSpPr>
          <p:cNvPr id="23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232" name="PlaceHolder 3"/>
          <p:cNvSpPr>
            <a:spLocks noGrp="1"/>
          </p:cNvSpPr>
          <p:nvPr>
            <p:ph type="sldNum" idx="1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4764D7BC-B381-4E28-B461-36BD88E763C2}"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3" name="PlaceHolder 1"/>
          <p:cNvSpPr>
            <a:spLocks noGrp="1"/>
          </p:cNvSpPr>
          <p:nvPr>
            <p:ph type="sldImg"/>
          </p:nvPr>
        </p:nvSpPr>
        <p:spPr>
          <a:xfrm>
            <a:off x="685800" y="1143000"/>
            <a:ext cx="5486040" cy="3085920"/>
          </a:xfrm>
          <a:prstGeom prst="rect">
            <a:avLst/>
          </a:prstGeom>
          <a:ln w="0">
            <a:noFill/>
          </a:ln>
        </p:spPr>
      </p:sp>
      <p:sp>
        <p:nvSpPr>
          <p:cNvPr id="23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235" name="PlaceHolder 3"/>
          <p:cNvSpPr>
            <a:spLocks noGrp="1"/>
          </p:cNvSpPr>
          <p:nvPr>
            <p:ph type="sldNum" idx="1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69C20316-246E-4CA6-A5E9-64A387400306}"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6" name="PlaceHolder 1"/>
          <p:cNvSpPr>
            <a:spLocks noGrp="1"/>
          </p:cNvSpPr>
          <p:nvPr>
            <p:ph type="sldImg"/>
          </p:nvPr>
        </p:nvSpPr>
        <p:spPr>
          <a:xfrm>
            <a:off x="685800" y="1143000"/>
            <a:ext cx="5486040" cy="3085920"/>
          </a:xfrm>
          <a:prstGeom prst="rect">
            <a:avLst/>
          </a:prstGeom>
          <a:ln w="0">
            <a:noFill/>
          </a:ln>
        </p:spPr>
      </p:sp>
      <p:sp>
        <p:nvSpPr>
          <p:cNvPr id="23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238" name="PlaceHolder 3"/>
          <p:cNvSpPr>
            <a:spLocks noGrp="1"/>
          </p:cNvSpPr>
          <p:nvPr>
            <p:ph type="sldNum" idx="1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C8FCA53-3C91-4067-8A77-2BD1C89C4E30}"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9" name="PlaceHolder 1"/>
          <p:cNvSpPr>
            <a:spLocks noGrp="1"/>
          </p:cNvSpPr>
          <p:nvPr>
            <p:ph type="sldImg"/>
          </p:nvPr>
        </p:nvSpPr>
        <p:spPr>
          <a:xfrm>
            <a:off x="685800" y="1143000"/>
            <a:ext cx="5486040" cy="3085920"/>
          </a:xfrm>
          <a:prstGeom prst="rect">
            <a:avLst/>
          </a:prstGeom>
          <a:ln w="0">
            <a:noFill/>
          </a:ln>
        </p:spPr>
      </p:sp>
      <p:sp>
        <p:nvSpPr>
          <p:cNvPr id="240"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241" name="PlaceHolder 3"/>
          <p:cNvSpPr>
            <a:spLocks noGrp="1"/>
          </p:cNvSpPr>
          <p:nvPr>
            <p:ph type="sldNum" idx="16"/>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4F67EFF-17A1-4EAC-ADD3-3117C6323922}"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2" name="PlaceHolder 1"/>
          <p:cNvSpPr>
            <a:spLocks noGrp="1"/>
          </p:cNvSpPr>
          <p:nvPr>
            <p:ph type="sldImg"/>
          </p:nvPr>
        </p:nvSpPr>
        <p:spPr>
          <a:xfrm>
            <a:off x="685800" y="1143000"/>
            <a:ext cx="5486040" cy="3085920"/>
          </a:xfrm>
          <a:prstGeom prst="rect">
            <a:avLst/>
          </a:prstGeom>
          <a:ln w="0">
            <a:noFill/>
          </a:ln>
        </p:spPr>
      </p:sp>
      <p:sp>
        <p:nvSpPr>
          <p:cNvPr id="243"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244" name="PlaceHolder 3"/>
          <p:cNvSpPr>
            <a:spLocks noGrp="1"/>
          </p:cNvSpPr>
          <p:nvPr>
            <p:ph type="sldNum" idx="17"/>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04DBB37-E2B0-4FDB-9CE4-ECDA0225CF56}"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PlaceHolder 1"/>
          <p:cNvSpPr>
            <a:spLocks noGrp="1"/>
          </p:cNvSpPr>
          <p:nvPr>
            <p:ph type="sldImg"/>
          </p:nvPr>
        </p:nvSpPr>
        <p:spPr>
          <a:xfrm>
            <a:off x="685800" y="1143000"/>
            <a:ext cx="5486040" cy="3085920"/>
          </a:xfrm>
          <a:prstGeom prst="rect">
            <a:avLst/>
          </a:prstGeom>
          <a:ln w="0">
            <a:noFill/>
          </a:ln>
        </p:spPr>
      </p:sp>
      <p:sp>
        <p:nvSpPr>
          <p:cNvPr id="246"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247" name="PlaceHolder 3"/>
          <p:cNvSpPr>
            <a:spLocks noGrp="1"/>
          </p:cNvSpPr>
          <p:nvPr>
            <p:ph type="sldNum" idx="18"/>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DF08A95-8A43-4DB1-B125-505A69C5B2AC}"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PlaceHolder 1"/>
          <p:cNvSpPr>
            <a:spLocks noGrp="1"/>
          </p:cNvSpPr>
          <p:nvPr>
            <p:ph type="sldImg"/>
          </p:nvPr>
        </p:nvSpPr>
        <p:spPr>
          <a:xfrm>
            <a:off x="685800" y="1143000"/>
            <a:ext cx="5486040" cy="3085920"/>
          </a:xfrm>
          <a:prstGeom prst="rect">
            <a:avLst/>
          </a:prstGeom>
          <a:ln w="0">
            <a:noFill/>
          </a:ln>
        </p:spPr>
      </p:sp>
      <p:sp>
        <p:nvSpPr>
          <p:cNvPr id="249"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250" name="PlaceHolder 3"/>
          <p:cNvSpPr>
            <a:spLocks noGrp="1"/>
          </p:cNvSpPr>
          <p:nvPr>
            <p:ph type="sldNum" idx="19"/>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D257B779-F75F-4FF3-AC0B-F99850A50BBA}"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1" name="PlaceHolder 1"/>
          <p:cNvSpPr>
            <a:spLocks noGrp="1"/>
          </p:cNvSpPr>
          <p:nvPr>
            <p:ph type="sldImg"/>
          </p:nvPr>
        </p:nvSpPr>
        <p:spPr>
          <a:xfrm>
            <a:off x="685800" y="1143000"/>
            <a:ext cx="5486040" cy="3085920"/>
          </a:xfrm>
          <a:prstGeom prst="rect">
            <a:avLst/>
          </a:prstGeom>
          <a:ln w="0">
            <a:noFill/>
          </a:ln>
        </p:spPr>
      </p:sp>
      <p:sp>
        <p:nvSpPr>
          <p:cNvPr id="252"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253" name="PlaceHolder 3"/>
          <p:cNvSpPr>
            <a:spLocks noGrp="1"/>
          </p:cNvSpPr>
          <p:nvPr>
            <p:ph type="sldNum" idx="20"/>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3B136574-F841-49D6-A009-2DA53A02DB64}"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4" name="PlaceHolder 1"/>
          <p:cNvSpPr>
            <a:spLocks noGrp="1"/>
          </p:cNvSpPr>
          <p:nvPr>
            <p:ph type="sldImg"/>
          </p:nvPr>
        </p:nvSpPr>
        <p:spPr>
          <a:xfrm>
            <a:off x="685800" y="1143000"/>
            <a:ext cx="5486040" cy="3085920"/>
          </a:xfrm>
          <a:prstGeom prst="rect">
            <a:avLst/>
          </a:prstGeom>
          <a:ln w="0">
            <a:noFill/>
          </a:ln>
        </p:spPr>
      </p:sp>
      <p:sp>
        <p:nvSpPr>
          <p:cNvPr id="255"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256" name="PlaceHolder 3"/>
          <p:cNvSpPr>
            <a:spLocks noGrp="1"/>
          </p:cNvSpPr>
          <p:nvPr>
            <p:ph type="sldNum" idx="21"/>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7977C1FF-0B34-45D6-AA4B-E261901BA0B8}"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7" name="PlaceHolder 1"/>
          <p:cNvSpPr>
            <a:spLocks noGrp="1"/>
          </p:cNvSpPr>
          <p:nvPr>
            <p:ph type="sldImg"/>
          </p:nvPr>
        </p:nvSpPr>
        <p:spPr>
          <a:xfrm>
            <a:off x="685800" y="1143000"/>
            <a:ext cx="5486040" cy="3085920"/>
          </a:xfrm>
          <a:prstGeom prst="rect">
            <a:avLst/>
          </a:prstGeom>
          <a:ln w="0">
            <a:noFill/>
          </a:ln>
        </p:spPr>
      </p:sp>
      <p:sp>
        <p:nvSpPr>
          <p:cNvPr id="258"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259" name="PlaceHolder 3"/>
          <p:cNvSpPr>
            <a:spLocks noGrp="1"/>
          </p:cNvSpPr>
          <p:nvPr>
            <p:ph type="sldNum" idx="22"/>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88BDB6C0-77B9-4CC7-8BCD-30DC1D380C24}"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0" name="PlaceHolder 1"/>
          <p:cNvSpPr>
            <a:spLocks noGrp="1"/>
          </p:cNvSpPr>
          <p:nvPr>
            <p:ph type="sldImg"/>
          </p:nvPr>
        </p:nvSpPr>
        <p:spPr>
          <a:xfrm>
            <a:off x="685800" y="1143000"/>
            <a:ext cx="5486040" cy="3085920"/>
          </a:xfrm>
          <a:prstGeom prst="rect">
            <a:avLst/>
          </a:prstGeom>
          <a:ln w="0">
            <a:noFill/>
          </a:ln>
        </p:spPr>
      </p:sp>
      <p:sp>
        <p:nvSpPr>
          <p:cNvPr id="261"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262" name="PlaceHolder 3"/>
          <p:cNvSpPr>
            <a:spLocks noGrp="1"/>
          </p:cNvSpPr>
          <p:nvPr>
            <p:ph type="sldNum" idx="23"/>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95DAB8D-135E-424D-9B81-F1EF98975BC3}"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3" name="PlaceHolder 1"/>
          <p:cNvSpPr>
            <a:spLocks noGrp="1"/>
          </p:cNvSpPr>
          <p:nvPr>
            <p:ph type="sldImg"/>
          </p:nvPr>
        </p:nvSpPr>
        <p:spPr>
          <a:xfrm>
            <a:off x="685800" y="1143000"/>
            <a:ext cx="5486040" cy="3085920"/>
          </a:xfrm>
          <a:prstGeom prst="rect">
            <a:avLst/>
          </a:prstGeom>
          <a:ln w="0">
            <a:noFill/>
          </a:ln>
        </p:spPr>
      </p:sp>
      <p:sp>
        <p:nvSpPr>
          <p:cNvPr id="264"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265" name="PlaceHolder 3"/>
          <p:cNvSpPr>
            <a:spLocks noGrp="1"/>
          </p:cNvSpPr>
          <p:nvPr>
            <p:ph type="sldNum" idx="24"/>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2B2F09D7-4FF7-4BB2-92F4-C00A2A62A9C4}"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PlaceHolder 1"/>
          <p:cNvSpPr>
            <a:spLocks noGrp="1"/>
          </p:cNvSpPr>
          <p:nvPr>
            <p:ph type="sldImg"/>
          </p:nvPr>
        </p:nvSpPr>
        <p:spPr>
          <a:xfrm>
            <a:off x="685800" y="1143000"/>
            <a:ext cx="5486040" cy="3085920"/>
          </a:xfrm>
          <a:prstGeom prst="rect">
            <a:avLst/>
          </a:prstGeom>
          <a:ln w="0">
            <a:noFill/>
          </a:ln>
        </p:spPr>
      </p:sp>
      <p:sp>
        <p:nvSpPr>
          <p:cNvPr id="267" name="PlaceHolder 2"/>
          <p:cNvSpPr>
            <a:spLocks noGrp="1"/>
          </p:cNvSpPr>
          <p:nvPr>
            <p:ph type="body"/>
          </p:nvPr>
        </p:nvSpPr>
        <p:spPr>
          <a:xfrm>
            <a:off x="685800" y="4400640"/>
            <a:ext cx="5486040" cy="3600000"/>
          </a:xfrm>
          <a:prstGeom prst="rect">
            <a:avLst/>
          </a:prstGeom>
          <a:noFill/>
          <a:ln w="0">
            <a:noFill/>
          </a:ln>
        </p:spPr>
        <p:txBody>
          <a:bodyPr anchor="t">
            <a:noAutofit/>
          </a:bodyPr>
          <a:p>
            <a:endParaRPr b="0" lang="en-IN" sz="2000" spc="-1" strike="noStrike">
              <a:latin typeface="Arial"/>
            </a:endParaRPr>
          </a:p>
        </p:txBody>
      </p:sp>
      <p:sp>
        <p:nvSpPr>
          <p:cNvPr id="268" name="PlaceHolder 3"/>
          <p:cNvSpPr>
            <a:spLocks noGrp="1"/>
          </p:cNvSpPr>
          <p:nvPr>
            <p:ph type="sldNum" idx="25"/>
          </p:nvPr>
        </p:nvSpPr>
        <p:spPr>
          <a:xfrm>
            <a:off x="3884760" y="8685360"/>
            <a:ext cx="2971440" cy="458280"/>
          </a:xfrm>
          <a:prstGeom prst="rect">
            <a:avLst/>
          </a:prstGeom>
          <a:noFill/>
          <a:ln w="0">
            <a:noFill/>
          </a:ln>
        </p:spPr>
        <p:txBody>
          <a:bodyPr anchor="b">
            <a:noAutofit/>
          </a:bodyPr>
          <a:lstStyle>
            <a:lvl1pPr algn="r">
              <a:lnSpc>
                <a:spcPct val="100000"/>
              </a:lnSpc>
              <a:buNone/>
              <a:defRPr b="0" lang="en-US" sz="1200" spc="-1" strike="noStrike">
                <a:solidFill>
                  <a:srgbClr val="000000"/>
                </a:solidFill>
                <a:latin typeface="+mn-lt"/>
                <a:ea typeface="+mn-ea"/>
              </a:defRPr>
            </a:lvl1pPr>
          </a:lstStyle>
          <a:p>
            <a:pPr algn="r">
              <a:lnSpc>
                <a:spcPct val="100000"/>
              </a:lnSpc>
              <a:buNone/>
            </a:pPr>
            <a:fld id="{A56D1E28-94E5-4A84-AC8C-2384FC994CEC}" type="slidenum">
              <a:rPr b="0" lang="en-US" sz="1200" spc="-1" strike="noStrike">
                <a:solidFill>
                  <a:srgbClr val="000000"/>
                </a:solidFill>
                <a:latin typeface="+mn-lt"/>
                <a:ea typeface="+mn-ea"/>
              </a:rPr>
              <a:t>&lt;number&gt;</a:t>
            </a:fld>
            <a:endParaRPr b="0" lang="en-IN"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3" name="PlaceHolder 2"/>
          <p:cNvSpPr>
            <a:spLocks noGrp="1"/>
          </p:cNvSpPr>
          <p:nvPr>
            <p:ph type="subTitle"/>
          </p:nvPr>
        </p:nvSpPr>
        <p:spPr>
          <a:xfrm>
            <a:off x="457200" y="1203480"/>
            <a:ext cx="8229240" cy="298296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5" name="PlaceHolder 2"/>
          <p:cNvSpPr>
            <a:spLocks noGrp="1"/>
          </p:cNvSpPr>
          <p:nvPr>
            <p:ph/>
          </p:nvPr>
        </p:nvSpPr>
        <p:spPr>
          <a:xfrm>
            <a:off x="457200" y="1203480"/>
            <a:ext cx="8229240" cy="298296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7"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8"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457200" y="205200"/>
            <a:ext cx="8229240" cy="3981240"/>
          </a:xfrm>
          <a:prstGeom prst="rect">
            <a:avLst/>
          </a:prstGeom>
          <a:noFill/>
          <a:ln w="0">
            <a:noFill/>
          </a:ln>
        </p:spPr>
        <p:txBody>
          <a:bodyPr lIns="0" rIns="0" tIns="0" bIns="0" anchor="ctr">
            <a:noAutofit/>
          </a:bodyPr>
          <a:p>
            <a:pPr algn="ctr">
              <a:buNone/>
            </a:pPr>
            <a:endParaRPr b="0" lang="en-IN"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12"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3" name="PlaceHolder 3"/>
          <p:cNvSpPr>
            <a:spLocks noGrp="1"/>
          </p:cNvSpPr>
          <p:nvPr>
            <p:ph/>
          </p:nvPr>
        </p:nvSpPr>
        <p:spPr>
          <a:xfrm>
            <a:off x="4674240" y="1203480"/>
            <a:ext cx="4015800" cy="298296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4"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16" name="PlaceHolder 2"/>
          <p:cNvSpPr>
            <a:spLocks noGrp="1"/>
          </p:cNvSpPr>
          <p:nvPr>
            <p:ph/>
          </p:nvPr>
        </p:nvSpPr>
        <p:spPr>
          <a:xfrm>
            <a:off x="457200" y="1203480"/>
            <a:ext cx="4015800" cy="298296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7"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18" name="PlaceHolder 4"/>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20"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1"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2" name="PlaceHolder 4"/>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24" name="PlaceHolder 2"/>
          <p:cNvSpPr>
            <a:spLocks noGrp="1"/>
          </p:cNvSpPr>
          <p:nvPr>
            <p:ph/>
          </p:nvPr>
        </p:nvSpPr>
        <p:spPr>
          <a:xfrm>
            <a:off x="457200" y="1203480"/>
            <a:ext cx="822924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5" name="PlaceHolder 3"/>
          <p:cNvSpPr>
            <a:spLocks noGrp="1"/>
          </p:cNvSpPr>
          <p:nvPr>
            <p:ph/>
          </p:nvPr>
        </p:nvSpPr>
        <p:spPr>
          <a:xfrm>
            <a:off x="457200" y="2761920"/>
            <a:ext cx="822924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27" name="PlaceHolder 2"/>
          <p:cNvSpPr>
            <a:spLocks noGrp="1"/>
          </p:cNvSpPr>
          <p:nvPr>
            <p:ph/>
          </p:nvPr>
        </p:nvSpPr>
        <p:spPr>
          <a:xfrm>
            <a:off x="457200" y="120348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8" name="PlaceHolder 3"/>
          <p:cNvSpPr>
            <a:spLocks noGrp="1"/>
          </p:cNvSpPr>
          <p:nvPr>
            <p:ph/>
          </p:nvPr>
        </p:nvSpPr>
        <p:spPr>
          <a:xfrm>
            <a:off x="4674240" y="120348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29" name="PlaceHolder 4"/>
          <p:cNvSpPr>
            <a:spLocks noGrp="1"/>
          </p:cNvSpPr>
          <p:nvPr>
            <p:ph/>
          </p:nvPr>
        </p:nvSpPr>
        <p:spPr>
          <a:xfrm>
            <a:off x="457200" y="276192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0" name="PlaceHolder 5"/>
          <p:cNvSpPr>
            <a:spLocks noGrp="1"/>
          </p:cNvSpPr>
          <p:nvPr>
            <p:ph/>
          </p:nvPr>
        </p:nvSpPr>
        <p:spPr>
          <a:xfrm>
            <a:off x="4674240" y="2761920"/>
            <a:ext cx="40158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endParaRPr b="0" lang="en-IN" sz="1800" spc="-1" strike="noStrike">
              <a:solidFill>
                <a:srgbClr val="000000"/>
              </a:solidFill>
              <a:latin typeface="Calibri"/>
            </a:endParaRPr>
          </a:p>
        </p:txBody>
      </p:sp>
      <p:sp>
        <p:nvSpPr>
          <p:cNvPr id="32" name="PlaceHolder 2"/>
          <p:cNvSpPr>
            <a:spLocks noGrp="1"/>
          </p:cNvSpPr>
          <p:nvPr>
            <p:ph/>
          </p:nvPr>
        </p:nvSpPr>
        <p:spPr>
          <a:xfrm>
            <a:off x="457200" y="1203480"/>
            <a:ext cx="26496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3" name="PlaceHolder 3"/>
          <p:cNvSpPr>
            <a:spLocks noGrp="1"/>
          </p:cNvSpPr>
          <p:nvPr>
            <p:ph/>
          </p:nvPr>
        </p:nvSpPr>
        <p:spPr>
          <a:xfrm>
            <a:off x="3239640" y="1203480"/>
            <a:ext cx="26496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4" name="PlaceHolder 4"/>
          <p:cNvSpPr>
            <a:spLocks noGrp="1"/>
          </p:cNvSpPr>
          <p:nvPr>
            <p:ph/>
          </p:nvPr>
        </p:nvSpPr>
        <p:spPr>
          <a:xfrm>
            <a:off x="6022080" y="1203480"/>
            <a:ext cx="26496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5" name="PlaceHolder 5"/>
          <p:cNvSpPr>
            <a:spLocks noGrp="1"/>
          </p:cNvSpPr>
          <p:nvPr>
            <p:ph/>
          </p:nvPr>
        </p:nvSpPr>
        <p:spPr>
          <a:xfrm>
            <a:off x="457200" y="2761920"/>
            <a:ext cx="26496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6" name="PlaceHolder 6"/>
          <p:cNvSpPr>
            <a:spLocks noGrp="1"/>
          </p:cNvSpPr>
          <p:nvPr>
            <p:ph/>
          </p:nvPr>
        </p:nvSpPr>
        <p:spPr>
          <a:xfrm>
            <a:off x="3239640" y="2761920"/>
            <a:ext cx="26496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
        <p:nvSpPr>
          <p:cNvPr id="37" name="PlaceHolder 7"/>
          <p:cNvSpPr>
            <a:spLocks noGrp="1"/>
          </p:cNvSpPr>
          <p:nvPr>
            <p:ph/>
          </p:nvPr>
        </p:nvSpPr>
        <p:spPr>
          <a:xfrm>
            <a:off x="6022080" y="2761920"/>
            <a:ext cx="2649600" cy="1422720"/>
          </a:xfrm>
          <a:prstGeom prst="rect">
            <a:avLst/>
          </a:prstGeom>
          <a:noFill/>
          <a:ln w="0">
            <a:noFill/>
          </a:ln>
        </p:spPr>
        <p:txBody>
          <a:bodyPr lIns="0" rIns="0" tIns="0" bIns="0" anchor="t">
            <a:normAutofit/>
          </a:bodyPr>
          <a:p>
            <a:endParaRPr b="0" lang="en-IN" sz="32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r>
              <a:rPr b="0" lang="en-IN" sz="1800" spc="-1" strike="noStrike">
                <a:solidFill>
                  <a:srgbClr val="000000"/>
                </a:solidFill>
                <a:latin typeface="Calibri"/>
              </a:rPr>
              <a:t>Cli</a:t>
            </a:r>
            <a:r>
              <a:rPr b="0" lang="en-IN" sz="1800" spc="-1" strike="noStrike">
                <a:solidFill>
                  <a:srgbClr val="000000"/>
                </a:solidFill>
                <a:latin typeface="Calibri"/>
              </a:rPr>
              <a:t>ck </a:t>
            </a:r>
            <a:r>
              <a:rPr b="0" lang="en-IN" sz="1800" spc="-1" strike="noStrike">
                <a:solidFill>
                  <a:srgbClr val="000000"/>
                </a:solidFill>
                <a:latin typeface="Calibri"/>
              </a:rPr>
              <a:t>to </a:t>
            </a:r>
            <a:r>
              <a:rPr b="0" lang="en-IN" sz="1800" spc="-1" strike="noStrike">
                <a:solidFill>
                  <a:srgbClr val="000000"/>
                </a:solidFill>
                <a:latin typeface="Calibri"/>
              </a:rPr>
              <a:t>edi</a:t>
            </a:r>
            <a:r>
              <a:rPr b="0" lang="en-IN" sz="1800" spc="-1" strike="noStrike">
                <a:solidFill>
                  <a:srgbClr val="000000"/>
                </a:solidFill>
                <a:latin typeface="Calibri"/>
              </a:rPr>
              <a:t>t </a:t>
            </a:r>
            <a:r>
              <a:rPr b="0" lang="en-IN" sz="1800" spc="-1" strike="noStrike">
                <a:solidFill>
                  <a:srgbClr val="000000"/>
                </a:solidFill>
                <a:latin typeface="Calibri"/>
              </a:rPr>
              <a:t>th</a:t>
            </a:r>
            <a:r>
              <a:rPr b="0" lang="en-IN" sz="1800" spc="-1" strike="noStrike">
                <a:solidFill>
                  <a:srgbClr val="000000"/>
                </a:solidFill>
                <a:latin typeface="Calibri"/>
              </a:rPr>
              <a:t>e </a:t>
            </a:r>
            <a:r>
              <a:rPr b="0" lang="en-IN" sz="1800" spc="-1" strike="noStrike">
                <a:solidFill>
                  <a:srgbClr val="000000"/>
                </a:solidFill>
                <a:latin typeface="Calibri"/>
              </a:rPr>
              <a:t>titl</a:t>
            </a:r>
            <a:r>
              <a:rPr b="0" lang="en-IN" sz="1800" spc="-1" strike="noStrike">
                <a:solidFill>
                  <a:srgbClr val="000000"/>
                </a:solidFill>
                <a:latin typeface="Calibri"/>
              </a:rPr>
              <a:t>e </a:t>
            </a:r>
            <a:r>
              <a:rPr b="0" lang="en-IN" sz="1800" spc="-1" strike="noStrike">
                <a:solidFill>
                  <a:srgbClr val="000000"/>
                </a:solidFill>
                <a:latin typeface="Calibri"/>
              </a:rPr>
              <a:t>tex</a:t>
            </a:r>
            <a:r>
              <a:rPr b="0" lang="en-IN" sz="1800" spc="-1" strike="noStrike">
                <a:solidFill>
                  <a:srgbClr val="000000"/>
                </a:solidFill>
                <a:latin typeface="Calibri"/>
              </a:rPr>
              <a:t>t </a:t>
            </a:r>
            <a:r>
              <a:rPr b="0" lang="en-IN" sz="1800" spc="-1" strike="noStrike">
                <a:solidFill>
                  <a:srgbClr val="000000"/>
                </a:solidFill>
                <a:latin typeface="Calibri"/>
              </a:rPr>
              <a:t>for</a:t>
            </a:r>
            <a:r>
              <a:rPr b="0" lang="en-IN" sz="1800" spc="-1" strike="noStrike">
                <a:solidFill>
                  <a:srgbClr val="000000"/>
                </a:solidFill>
                <a:latin typeface="Calibri"/>
              </a:rPr>
              <a:t>ma</a:t>
            </a:r>
            <a:r>
              <a:rPr b="0" lang="en-IN" sz="1800" spc="-1" strike="noStrike">
                <a:solidFill>
                  <a:srgbClr val="000000"/>
                </a:solidFill>
                <a:latin typeface="Calibri"/>
              </a:rPr>
              <a:t>t</a:t>
            </a:r>
            <a:endParaRPr b="0" lang="en-IN" sz="1800" spc="-1" strike="noStrike">
              <a:solidFill>
                <a:srgbClr val="000000"/>
              </a:solidFill>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3200" spc="-1" strike="noStrike">
                <a:solidFill>
                  <a:srgbClr val="000000"/>
                </a:solidFill>
                <a:latin typeface="Calibri"/>
              </a:rPr>
              <a:t>Click to edit the outline text format</a:t>
            </a:r>
            <a:endParaRPr b="0" lang="en-IN" sz="3200" spc="-1" strike="noStrike">
              <a:solidFill>
                <a:srgbClr val="000000"/>
              </a:solidFill>
              <a:latin typeface="Calibri"/>
            </a:endParaRPr>
          </a:p>
          <a:p>
            <a:pPr lvl="1" marL="864000" indent="-324000">
              <a:spcBef>
                <a:spcPts val="1134"/>
              </a:spcBef>
              <a:buClr>
                <a:srgbClr val="000000"/>
              </a:buClr>
              <a:buSzPct val="75000"/>
              <a:buFont typeface="Symbol" charset="2"/>
              <a:buChar char=""/>
            </a:pPr>
            <a:r>
              <a:rPr b="0" lang="en-IN" sz="2400" spc="-1" strike="noStrike">
                <a:solidFill>
                  <a:srgbClr val="000000"/>
                </a:solidFill>
                <a:latin typeface="Calibri"/>
              </a:rPr>
              <a:t>Second Outline Level</a:t>
            </a:r>
            <a:endParaRPr b="0" lang="en-IN" sz="2400" spc="-1" strike="noStrike">
              <a:solidFill>
                <a:srgbClr val="000000"/>
              </a:solidFill>
              <a:latin typeface="Calibri"/>
            </a:endParaRPr>
          </a:p>
          <a:p>
            <a:pPr lvl="2" marL="1296000" indent="-288000">
              <a:spcBef>
                <a:spcPts val="850"/>
              </a:spcBef>
              <a:buClr>
                <a:srgbClr val="000000"/>
              </a:buClr>
              <a:buSzPct val="45000"/>
              <a:buFont typeface="Wingdings" charset="2"/>
              <a:buChar char=""/>
            </a:pPr>
            <a:r>
              <a:rPr b="0" lang="en-IN" sz="2000" spc="-1" strike="noStrike">
                <a:solidFill>
                  <a:srgbClr val="000000"/>
                </a:solidFill>
                <a:latin typeface="Calibri"/>
              </a:rPr>
              <a:t>Third Outline Level</a:t>
            </a:r>
            <a:endParaRPr b="0" lang="en-IN" sz="2000" spc="-1" strike="noStrike">
              <a:solidFill>
                <a:srgbClr val="000000"/>
              </a:solidFill>
              <a:latin typeface="Calibri"/>
            </a:endParaRPr>
          </a:p>
          <a:p>
            <a:pPr lvl="3" marL="1728000" indent="-216000">
              <a:spcBef>
                <a:spcPts val="567"/>
              </a:spcBef>
              <a:buClr>
                <a:srgbClr val="000000"/>
              </a:buClr>
              <a:buSzPct val="75000"/>
              <a:buFont typeface="Symbol" charset="2"/>
              <a:buChar char=""/>
            </a:pPr>
            <a:r>
              <a:rPr b="0" lang="en-IN" sz="2000" spc="-1" strike="noStrike">
                <a:solidFill>
                  <a:srgbClr val="000000"/>
                </a:solidFill>
                <a:latin typeface="Calibri"/>
              </a:rPr>
              <a:t>Fourth Outline Level</a:t>
            </a:r>
            <a:endParaRPr b="0" lang="en-IN" sz="2000" spc="-1" strike="noStrike">
              <a:solidFill>
                <a:srgbClr val="000000"/>
              </a:solidFill>
              <a:latin typeface="Calibri"/>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Calibri"/>
              </a:rPr>
              <a:t>Fifth Outline Level</a:t>
            </a:r>
            <a:endParaRPr b="0" lang="en-IN" sz="2000" spc="-1" strike="noStrike">
              <a:solidFill>
                <a:srgbClr val="000000"/>
              </a:solidFill>
              <a:latin typeface="Calibri"/>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Calibri"/>
              </a:rPr>
              <a:t>Sixth Outline Level</a:t>
            </a:r>
            <a:endParaRPr b="0" lang="en-IN" sz="2000" spc="-1" strike="noStrike">
              <a:solidFill>
                <a:srgbClr val="000000"/>
              </a:solidFill>
              <a:latin typeface="Calibri"/>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Calibri"/>
              </a:rPr>
              <a:t>Seventh Outline Level</a:t>
            </a:r>
            <a:endParaRPr b="0" lang="en-IN" sz="2000" spc="-1" strike="noStrike">
              <a:solidFill>
                <a:srgbClr val="000000"/>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3a5f"/>
        </a:solidFill>
      </p:bgPr>
    </p:bg>
    <p:spTree>
      <p:nvGrpSpPr>
        <p:cNvPr id="1" name=""/>
        <p:cNvGrpSpPr/>
        <p:nvPr/>
      </p:nvGrpSpPr>
      <p:grpSpPr>
        <a:xfrm>
          <a:off x="0" y="0"/>
          <a:ext cx="0" cy="0"/>
          <a:chOff x="0" y="0"/>
          <a:chExt cx="0" cy="0"/>
        </a:xfrm>
      </p:grpSpPr>
      <p:sp>
        <p:nvSpPr>
          <p:cNvPr id="44" name="Text 0"/>
          <p:cNvSpPr/>
          <p:nvPr/>
        </p:nvSpPr>
        <p:spPr>
          <a:xfrm>
            <a:off x="457200" y="1828800"/>
            <a:ext cx="8229240" cy="7311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4800" spc="-1" strike="noStrike">
                <a:solidFill>
                  <a:srgbClr val="ffffff"/>
                </a:solidFill>
                <a:latin typeface="Arial"/>
                <a:ea typeface="Arial"/>
              </a:rPr>
              <a:t>Python String Programs</a:t>
            </a:r>
            <a:endParaRPr b="0" lang="en-IN" sz="4800" spc="-1" strike="noStrike">
              <a:latin typeface="Arial"/>
            </a:endParaRPr>
          </a:p>
        </p:txBody>
      </p:sp>
      <p:sp>
        <p:nvSpPr>
          <p:cNvPr id="45" name="Text 1"/>
          <p:cNvSpPr/>
          <p:nvPr/>
        </p:nvSpPr>
        <p:spPr>
          <a:xfrm>
            <a:off x="457200" y="2743200"/>
            <a:ext cx="8229240" cy="4568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0" lang="en-US" sz="2400" spc="-1" strike="noStrike">
                <a:solidFill>
                  <a:srgbClr val="02c39a"/>
                </a:solidFill>
                <a:latin typeface="Arial"/>
                <a:ea typeface="Arial"/>
              </a:rPr>
              <a:t>Programs 6-10: Advanced String Manipulation</a:t>
            </a:r>
            <a:endParaRPr b="0" lang="en-IN" sz="2400" spc="-1" strike="noStrike">
              <a:latin typeface="Arial"/>
            </a:endParaRPr>
          </a:p>
        </p:txBody>
      </p:sp>
      <p:sp>
        <p:nvSpPr>
          <p:cNvPr id="46" name="Text 2"/>
          <p:cNvSpPr/>
          <p:nvPr/>
        </p:nvSpPr>
        <p:spPr>
          <a:xfrm>
            <a:off x="457200" y="3840480"/>
            <a:ext cx="822924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0" i="1" lang="en-US" sz="1600" spc="-1" strike="noStrike">
                <a:solidFill>
                  <a:srgbClr val="cccccc"/>
                </a:solidFill>
                <a:latin typeface="Arial"/>
                <a:ea typeface="Arial"/>
              </a:rPr>
              <a:t>Master | Practice | Excel</a:t>
            </a:r>
            <a:endParaRPr b="0" lang="en-IN" sz="16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7" name="Text 0"/>
          <p:cNvSpPr/>
          <p:nvPr/>
        </p:nvSpPr>
        <p:spPr>
          <a:xfrm>
            <a:off x="457200" y="274320"/>
            <a:ext cx="8229240" cy="4568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4000" spc="-1" strike="noStrike">
                <a:solidFill>
                  <a:srgbClr val="028090"/>
                </a:solidFill>
                <a:latin typeface="Arial"/>
                <a:ea typeface="Arial"/>
              </a:rPr>
              <a:t>Program 6</a:t>
            </a:r>
            <a:endParaRPr b="0" lang="en-IN" sz="4000" spc="-1" strike="noStrike">
              <a:latin typeface="Arial"/>
            </a:endParaRPr>
          </a:p>
        </p:txBody>
      </p:sp>
      <p:sp>
        <p:nvSpPr>
          <p:cNvPr id="48" name="Shape 1"/>
          <p:cNvSpPr/>
          <p:nvPr/>
        </p:nvSpPr>
        <p:spPr>
          <a:xfrm>
            <a:off x="457200" y="914400"/>
            <a:ext cx="8229240" cy="136800"/>
          </a:xfrm>
          <a:prstGeom prst="rect">
            <a:avLst/>
          </a:prstGeom>
          <a:solidFill>
            <a:srgbClr val="028090"/>
          </a:solidFill>
          <a:ln w="0">
            <a:noFill/>
          </a:ln>
        </p:spPr>
        <p:style>
          <a:lnRef idx="0"/>
          <a:fillRef idx="0"/>
          <a:effectRef idx="0"/>
          <a:fontRef idx="minor"/>
        </p:style>
      </p:sp>
      <p:sp>
        <p:nvSpPr>
          <p:cNvPr id="49" name="Text 2"/>
          <p:cNvSpPr/>
          <p:nvPr/>
        </p:nvSpPr>
        <p:spPr>
          <a:xfrm>
            <a:off x="457200" y="1280160"/>
            <a:ext cx="8229240" cy="5482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3200" spc="-1" strike="noStrike">
                <a:solidFill>
                  <a:srgbClr val="2c3e50"/>
                </a:solidFill>
                <a:latin typeface="Arial"/>
                <a:ea typeface="Arial"/>
              </a:rPr>
              <a:t>Add 'ing' or 'ly' to a String</a:t>
            </a:r>
            <a:endParaRPr b="0" lang="en-IN" sz="3200" spc="-1" strike="noStrike">
              <a:latin typeface="Arial"/>
            </a:endParaRPr>
          </a:p>
        </p:txBody>
      </p:sp>
      <p:sp>
        <p:nvSpPr>
          <p:cNvPr id="50" name="Shape 3"/>
          <p:cNvSpPr/>
          <p:nvPr/>
        </p:nvSpPr>
        <p:spPr>
          <a:xfrm>
            <a:off x="914400" y="2103120"/>
            <a:ext cx="7314840" cy="1828440"/>
          </a:xfrm>
          <a:prstGeom prst="rect">
            <a:avLst/>
          </a:prstGeom>
          <a:solidFill>
            <a:srgbClr val="f5f5f5"/>
          </a:solidFill>
          <a:ln w="25400">
            <a:solidFill>
              <a:srgbClr val="028090"/>
            </a:solidFill>
            <a:round/>
          </a:ln>
        </p:spPr>
        <p:style>
          <a:lnRef idx="0"/>
          <a:fillRef idx="0"/>
          <a:effectRef idx="0"/>
          <a:fontRef idx="minor"/>
        </p:style>
      </p:sp>
      <p:sp>
        <p:nvSpPr>
          <p:cNvPr id="51" name="Text 4"/>
          <p:cNvSpPr/>
          <p:nvPr/>
        </p:nvSpPr>
        <p:spPr>
          <a:xfrm>
            <a:off x="1188720" y="2286000"/>
            <a:ext cx="676620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800" spc="-1" strike="noStrike">
                <a:solidFill>
                  <a:srgbClr val="028090"/>
                </a:solidFill>
                <a:latin typeface="Arial"/>
                <a:ea typeface="Arial"/>
              </a:rPr>
              <a:t>Problem Statement:</a:t>
            </a:r>
            <a:endParaRPr b="0" lang="en-IN" sz="1800" spc="-1" strike="noStrike">
              <a:latin typeface="Arial"/>
            </a:endParaRPr>
          </a:p>
        </p:txBody>
      </p:sp>
      <p:sp>
        <p:nvSpPr>
          <p:cNvPr id="52" name="Text 5"/>
          <p:cNvSpPr/>
          <p:nvPr/>
        </p:nvSpPr>
        <p:spPr>
          <a:xfrm>
            <a:off x="1188720" y="2651760"/>
            <a:ext cx="6766200" cy="10969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600" spc="-1" strike="noStrike">
                <a:solidFill>
                  <a:srgbClr val="2c3e50"/>
                </a:solidFill>
                <a:latin typeface="Arial"/>
                <a:ea typeface="Arial"/>
              </a:rPr>
              <a:t>Write a Python program to add 'ing' at the end of a given string (length should be at least 3). If the given string already ends with 'ing' then add 'ly' instead. If the string length is less than 3, leave it unchanged.</a:t>
            </a:r>
            <a:endParaRPr b="0" lang="en-IN" sz="160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53" name="Text 0"/>
          <p:cNvSpPr/>
          <p:nvPr/>
        </p:nvSpPr>
        <p:spPr>
          <a:xfrm>
            <a:off x="457200" y="274320"/>
            <a:ext cx="8229240" cy="4568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3600" spc="-1" strike="noStrike">
                <a:solidFill>
                  <a:srgbClr val="028090"/>
                </a:solidFill>
                <a:latin typeface="Arial"/>
                <a:ea typeface="Arial"/>
              </a:rPr>
              <a:t>Program 6 - Visual Example</a:t>
            </a:r>
            <a:endParaRPr b="0" lang="en-IN" sz="3600" spc="-1" strike="noStrike">
              <a:latin typeface="Arial"/>
            </a:endParaRPr>
          </a:p>
        </p:txBody>
      </p:sp>
      <p:sp>
        <p:nvSpPr>
          <p:cNvPr id="54" name="Shape 1"/>
          <p:cNvSpPr/>
          <p:nvPr/>
        </p:nvSpPr>
        <p:spPr>
          <a:xfrm>
            <a:off x="731520" y="1097280"/>
            <a:ext cx="7680600" cy="822600"/>
          </a:xfrm>
          <a:prstGeom prst="rect">
            <a:avLst/>
          </a:prstGeom>
          <a:solidFill>
            <a:srgbClr val="fff3e0"/>
          </a:solidFill>
          <a:ln w="25400">
            <a:solidFill>
              <a:srgbClr val="e67e22"/>
            </a:solidFill>
            <a:round/>
          </a:ln>
        </p:spPr>
        <p:style>
          <a:lnRef idx="0"/>
          <a:fillRef idx="0"/>
          <a:effectRef idx="0"/>
          <a:fontRef idx="minor"/>
        </p:style>
      </p:sp>
      <p:sp>
        <p:nvSpPr>
          <p:cNvPr id="55" name="Text 2"/>
          <p:cNvSpPr/>
          <p:nvPr/>
        </p:nvSpPr>
        <p:spPr>
          <a:xfrm>
            <a:off x="914400" y="1188720"/>
            <a:ext cx="73148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600" spc="-1" strike="noStrike">
                <a:solidFill>
                  <a:srgbClr val="e67e22"/>
                </a:solidFill>
                <a:latin typeface="Arial"/>
                <a:ea typeface="Arial"/>
              </a:rPr>
              <a:t>Case 1: String length &lt; 3</a:t>
            </a:r>
            <a:endParaRPr b="0" lang="en-IN" sz="1600" spc="-1" strike="noStrike">
              <a:latin typeface="Arial"/>
            </a:endParaRPr>
          </a:p>
        </p:txBody>
      </p:sp>
      <p:sp>
        <p:nvSpPr>
          <p:cNvPr id="56" name="Text 3"/>
          <p:cNvSpPr/>
          <p:nvPr/>
        </p:nvSpPr>
        <p:spPr>
          <a:xfrm>
            <a:off x="914400" y="1554480"/>
            <a:ext cx="73148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600" spc="-1" strike="noStrike">
                <a:solidFill>
                  <a:srgbClr val="2c3e50"/>
                </a:solidFill>
                <a:latin typeface="Courier New"/>
                <a:ea typeface="Courier New"/>
              </a:rPr>
              <a:t>"ab"  →  "ab"  (unchanged)</a:t>
            </a:r>
            <a:endParaRPr b="0" lang="en-IN" sz="1600" spc="-1" strike="noStrike">
              <a:latin typeface="Arial"/>
            </a:endParaRPr>
          </a:p>
        </p:txBody>
      </p:sp>
      <p:sp>
        <p:nvSpPr>
          <p:cNvPr id="57" name="Shape 4"/>
          <p:cNvSpPr/>
          <p:nvPr/>
        </p:nvSpPr>
        <p:spPr>
          <a:xfrm>
            <a:off x="731520" y="2103120"/>
            <a:ext cx="7680600" cy="822600"/>
          </a:xfrm>
          <a:prstGeom prst="rect">
            <a:avLst/>
          </a:prstGeom>
          <a:solidFill>
            <a:srgbClr val="e8f5e9"/>
          </a:solidFill>
          <a:ln w="25400">
            <a:solidFill>
              <a:srgbClr val="27ae60"/>
            </a:solidFill>
            <a:round/>
          </a:ln>
        </p:spPr>
        <p:style>
          <a:lnRef idx="0"/>
          <a:fillRef idx="0"/>
          <a:effectRef idx="0"/>
          <a:fontRef idx="minor"/>
        </p:style>
      </p:sp>
      <p:sp>
        <p:nvSpPr>
          <p:cNvPr id="58" name="Text 5"/>
          <p:cNvSpPr/>
          <p:nvPr/>
        </p:nvSpPr>
        <p:spPr>
          <a:xfrm>
            <a:off x="914400" y="2194560"/>
            <a:ext cx="73148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600" spc="-1" strike="noStrike">
                <a:solidFill>
                  <a:srgbClr val="27ae60"/>
                </a:solidFill>
                <a:latin typeface="Arial"/>
                <a:ea typeface="Arial"/>
              </a:rPr>
              <a:t>Case 2: String doesn't end with "ing"</a:t>
            </a:r>
            <a:endParaRPr b="0" lang="en-IN" sz="1600" spc="-1" strike="noStrike">
              <a:latin typeface="Arial"/>
            </a:endParaRPr>
          </a:p>
        </p:txBody>
      </p:sp>
      <p:sp>
        <p:nvSpPr>
          <p:cNvPr id="59" name="Text 6"/>
          <p:cNvSpPr/>
          <p:nvPr/>
        </p:nvSpPr>
        <p:spPr>
          <a:xfrm>
            <a:off x="914400" y="2560320"/>
            <a:ext cx="73148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600" spc="-1" strike="noStrike">
                <a:solidFill>
                  <a:srgbClr val="2c3e50"/>
                </a:solidFill>
                <a:latin typeface="Courier New"/>
                <a:ea typeface="Courier New"/>
              </a:rPr>
              <a:t>"code"  +  "ing"  →  "coding"</a:t>
            </a:r>
            <a:endParaRPr b="0" lang="en-IN" sz="1600" spc="-1" strike="noStrike">
              <a:latin typeface="Arial"/>
            </a:endParaRPr>
          </a:p>
        </p:txBody>
      </p:sp>
      <p:sp>
        <p:nvSpPr>
          <p:cNvPr id="60" name="Shape 7"/>
          <p:cNvSpPr/>
          <p:nvPr/>
        </p:nvSpPr>
        <p:spPr>
          <a:xfrm>
            <a:off x="731520" y="3108960"/>
            <a:ext cx="7680600" cy="822600"/>
          </a:xfrm>
          <a:prstGeom prst="rect">
            <a:avLst/>
          </a:prstGeom>
          <a:solidFill>
            <a:srgbClr val="e3f2fd"/>
          </a:solidFill>
          <a:ln w="25400">
            <a:solidFill>
              <a:srgbClr val="028090"/>
            </a:solidFill>
            <a:round/>
          </a:ln>
        </p:spPr>
        <p:style>
          <a:lnRef idx="0"/>
          <a:fillRef idx="0"/>
          <a:effectRef idx="0"/>
          <a:fontRef idx="minor"/>
        </p:style>
      </p:sp>
      <p:sp>
        <p:nvSpPr>
          <p:cNvPr id="61" name="Text 8"/>
          <p:cNvSpPr/>
          <p:nvPr/>
        </p:nvSpPr>
        <p:spPr>
          <a:xfrm>
            <a:off x="914400" y="3200400"/>
            <a:ext cx="73148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600" spc="-1" strike="noStrike">
                <a:solidFill>
                  <a:srgbClr val="028090"/>
                </a:solidFill>
                <a:latin typeface="Arial"/>
                <a:ea typeface="Arial"/>
              </a:rPr>
              <a:t>Case 3: String already ends with "ing"</a:t>
            </a:r>
            <a:endParaRPr b="0" lang="en-IN" sz="1600" spc="-1" strike="noStrike">
              <a:latin typeface="Arial"/>
            </a:endParaRPr>
          </a:p>
        </p:txBody>
      </p:sp>
      <p:sp>
        <p:nvSpPr>
          <p:cNvPr id="62" name="Text 9"/>
          <p:cNvSpPr/>
          <p:nvPr/>
        </p:nvSpPr>
        <p:spPr>
          <a:xfrm>
            <a:off x="914400" y="3566160"/>
            <a:ext cx="73148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600" spc="-1" strike="noStrike">
                <a:solidFill>
                  <a:srgbClr val="2c3e50"/>
                </a:solidFill>
                <a:latin typeface="Courier New"/>
                <a:ea typeface="Courier New"/>
              </a:rPr>
              <a:t>"string"  +  "ly"  →  "stringly"</a:t>
            </a:r>
            <a:endParaRPr b="0" lang="en-IN" sz="160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3" name="Text 0"/>
          <p:cNvSpPr/>
          <p:nvPr/>
        </p:nvSpPr>
        <p:spPr>
          <a:xfrm>
            <a:off x="457200" y="274320"/>
            <a:ext cx="8229240" cy="4568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3600" spc="-1" strike="noStrike">
                <a:solidFill>
                  <a:srgbClr val="028090"/>
                </a:solidFill>
                <a:latin typeface="Arial"/>
                <a:ea typeface="Arial"/>
              </a:rPr>
              <a:t>Program 6 - Python Code</a:t>
            </a:r>
            <a:endParaRPr b="0" lang="en-IN" sz="3600" spc="-1" strike="noStrike">
              <a:latin typeface="Arial"/>
            </a:endParaRPr>
          </a:p>
        </p:txBody>
      </p:sp>
      <p:sp>
        <p:nvSpPr>
          <p:cNvPr id="64" name="Shape 1"/>
          <p:cNvSpPr/>
          <p:nvPr/>
        </p:nvSpPr>
        <p:spPr>
          <a:xfrm>
            <a:off x="731520" y="1005840"/>
            <a:ext cx="7680600" cy="3108600"/>
          </a:xfrm>
          <a:prstGeom prst="rect">
            <a:avLst/>
          </a:prstGeom>
          <a:solidFill>
            <a:srgbClr val="282c34"/>
          </a:solidFill>
          <a:ln w="0">
            <a:noFill/>
          </a:ln>
        </p:spPr>
        <p:style>
          <a:lnRef idx="0"/>
          <a:fillRef idx="0"/>
          <a:effectRef idx="0"/>
          <a:fontRef idx="minor"/>
        </p:style>
      </p:sp>
      <p:sp>
        <p:nvSpPr>
          <p:cNvPr id="65" name="Text 2"/>
          <p:cNvSpPr/>
          <p:nvPr/>
        </p:nvSpPr>
        <p:spPr>
          <a:xfrm>
            <a:off x="914400" y="1143000"/>
            <a:ext cx="7314840" cy="28342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100" spc="-1" strike="noStrike">
                <a:solidFill>
                  <a:srgbClr val="abb2bf"/>
                </a:solidFill>
                <a:latin typeface="Courier New"/>
                <a:ea typeface="Courier New"/>
              </a:rPr>
              <a:t># Function to add 'ing' or 'ly' to string</a:t>
            </a:r>
            <a:endParaRPr b="0" lang="en-IN" sz="1100" spc="-1" strike="noStrike">
              <a:latin typeface="Arial"/>
            </a:endParaRPr>
          </a:p>
          <a:p>
            <a:pPr>
              <a:lnSpc>
                <a:spcPct val="100000"/>
              </a:lnSpc>
              <a:buNone/>
              <a:tabLst>
                <a:tab algn="l" pos="0"/>
              </a:tabLst>
            </a:pPr>
            <a:r>
              <a:rPr b="0" lang="en-US" sz="1100" spc="-1" strike="noStrike">
                <a:solidFill>
                  <a:srgbClr val="abb2bf"/>
                </a:solidFill>
                <a:latin typeface="Courier New"/>
                <a:ea typeface="Courier New"/>
              </a:rPr>
              <a:t>def modify_string(text):</a:t>
            </a:r>
            <a:endParaRPr b="0" lang="en-IN" sz="1100" spc="-1" strike="noStrike">
              <a:latin typeface="Arial"/>
            </a:endParaRPr>
          </a:p>
          <a:p>
            <a:pPr>
              <a:lnSpc>
                <a:spcPct val="100000"/>
              </a:lnSpc>
              <a:buNone/>
              <a:tabLst>
                <a:tab algn="l" pos="0"/>
              </a:tabLst>
            </a:pPr>
            <a:r>
              <a:rPr b="0" lang="en-US" sz="1100" spc="-1" strike="noStrike">
                <a:solidFill>
                  <a:srgbClr val="abb2bf"/>
                </a:solidFill>
                <a:latin typeface="Courier New"/>
                <a:ea typeface="Courier New"/>
              </a:rPr>
              <a:t>    </a:t>
            </a:r>
            <a:r>
              <a:rPr b="0" lang="en-US" sz="1100" spc="-1" strike="noStrike">
                <a:solidFill>
                  <a:srgbClr val="abb2bf"/>
                </a:solidFill>
                <a:latin typeface="Courier New"/>
                <a:ea typeface="Courier New"/>
              </a:rPr>
              <a:t># Get length of string</a:t>
            </a:r>
            <a:endParaRPr b="0" lang="en-IN" sz="1100" spc="-1" strike="noStrike">
              <a:latin typeface="Arial"/>
            </a:endParaRPr>
          </a:p>
          <a:p>
            <a:pPr>
              <a:lnSpc>
                <a:spcPct val="100000"/>
              </a:lnSpc>
              <a:buNone/>
              <a:tabLst>
                <a:tab algn="l" pos="0"/>
              </a:tabLst>
            </a:pPr>
            <a:r>
              <a:rPr b="0" lang="en-US" sz="1100" spc="-1" strike="noStrike">
                <a:solidFill>
                  <a:srgbClr val="abb2bf"/>
                </a:solidFill>
                <a:latin typeface="Courier New"/>
                <a:ea typeface="Courier New"/>
              </a:rPr>
              <a:t>    </a:t>
            </a:r>
            <a:r>
              <a:rPr b="0" lang="en-US" sz="1100" spc="-1" strike="noStrike">
                <a:solidFill>
                  <a:srgbClr val="abb2bf"/>
                </a:solidFill>
                <a:latin typeface="Courier New"/>
                <a:ea typeface="Courier New"/>
              </a:rPr>
              <a:t>text_length = len(text)</a:t>
            </a:r>
            <a:endParaRPr b="0" lang="en-IN" sz="1100" spc="-1" strike="noStrike">
              <a:latin typeface="Arial"/>
            </a:endParaRPr>
          </a:p>
          <a:p>
            <a:pPr>
              <a:lnSpc>
                <a:spcPct val="100000"/>
              </a:lnSpc>
              <a:buNone/>
              <a:tabLst>
                <a:tab algn="l" pos="0"/>
              </a:tabLst>
            </a:pPr>
            <a:r>
              <a:rPr b="0" lang="en-US" sz="1100" spc="-1" strike="noStrike">
                <a:solidFill>
                  <a:srgbClr val="abb2bf"/>
                </a:solidFill>
                <a:latin typeface="Courier New"/>
                <a:ea typeface="Courier New"/>
              </a:rPr>
              <a:t>    </a:t>
            </a:r>
            <a:endParaRPr b="0" lang="en-IN" sz="1100" spc="-1" strike="noStrike">
              <a:latin typeface="Arial"/>
            </a:endParaRPr>
          </a:p>
          <a:p>
            <a:pPr>
              <a:lnSpc>
                <a:spcPct val="100000"/>
              </a:lnSpc>
              <a:buNone/>
              <a:tabLst>
                <a:tab algn="l" pos="0"/>
              </a:tabLst>
            </a:pPr>
            <a:r>
              <a:rPr b="0" lang="en-US" sz="1100" spc="-1" strike="noStrike">
                <a:solidFill>
                  <a:srgbClr val="abb2bf"/>
                </a:solidFill>
                <a:latin typeface="Courier New"/>
                <a:ea typeface="Courier New"/>
              </a:rPr>
              <a:t>    </a:t>
            </a:r>
            <a:r>
              <a:rPr b="0" lang="en-US" sz="1100" spc="-1" strike="noStrike">
                <a:solidFill>
                  <a:srgbClr val="abb2bf"/>
                </a:solidFill>
                <a:latin typeface="Courier New"/>
                <a:ea typeface="Courier New"/>
              </a:rPr>
              <a:t># Check if length is greater than 2</a:t>
            </a:r>
            <a:endParaRPr b="0" lang="en-IN" sz="1100" spc="-1" strike="noStrike">
              <a:latin typeface="Arial"/>
            </a:endParaRPr>
          </a:p>
          <a:p>
            <a:pPr>
              <a:lnSpc>
                <a:spcPct val="100000"/>
              </a:lnSpc>
              <a:buNone/>
              <a:tabLst>
                <a:tab algn="l" pos="0"/>
              </a:tabLst>
            </a:pPr>
            <a:r>
              <a:rPr b="0" lang="en-US" sz="1100" spc="-1" strike="noStrike">
                <a:solidFill>
                  <a:srgbClr val="abb2bf"/>
                </a:solidFill>
                <a:latin typeface="Courier New"/>
                <a:ea typeface="Courier New"/>
              </a:rPr>
              <a:t>    </a:t>
            </a:r>
            <a:r>
              <a:rPr b="0" lang="en-US" sz="1100" spc="-1" strike="noStrike">
                <a:solidFill>
                  <a:srgbClr val="abb2bf"/>
                </a:solidFill>
                <a:latin typeface="Courier New"/>
                <a:ea typeface="Courier New"/>
              </a:rPr>
              <a:t>if text_length &gt; 2:</a:t>
            </a:r>
            <a:endParaRPr b="0" lang="en-IN" sz="1100" spc="-1" strike="noStrike">
              <a:latin typeface="Arial"/>
            </a:endParaRPr>
          </a:p>
          <a:p>
            <a:pPr>
              <a:lnSpc>
                <a:spcPct val="100000"/>
              </a:lnSpc>
              <a:buNone/>
              <a:tabLst>
                <a:tab algn="l" pos="0"/>
              </a:tabLst>
            </a:pPr>
            <a:r>
              <a:rPr b="0" lang="en-US" sz="1100" spc="-1" strike="noStrike">
                <a:solidFill>
                  <a:srgbClr val="abb2bf"/>
                </a:solidFill>
                <a:latin typeface="Courier New"/>
                <a:ea typeface="Courier New"/>
              </a:rPr>
              <a:t>        </a:t>
            </a:r>
            <a:r>
              <a:rPr b="0" lang="en-US" sz="1100" spc="-1" strike="noStrike">
                <a:solidFill>
                  <a:srgbClr val="abb2bf"/>
                </a:solidFill>
                <a:latin typeface="Courier New"/>
                <a:ea typeface="Courier New"/>
              </a:rPr>
              <a:t># If ends with 'ing', add 'ly'</a:t>
            </a:r>
            <a:endParaRPr b="0" lang="en-IN" sz="1100" spc="-1" strike="noStrike">
              <a:latin typeface="Arial"/>
            </a:endParaRPr>
          </a:p>
          <a:p>
            <a:pPr>
              <a:lnSpc>
                <a:spcPct val="100000"/>
              </a:lnSpc>
              <a:buNone/>
              <a:tabLst>
                <a:tab algn="l" pos="0"/>
              </a:tabLst>
            </a:pPr>
            <a:r>
              <a:rPr b="0" lang="en-US" sz="1100" spc="-1" strike="noStrike">
                <a:solidFill>
                  <a:srgbClr val="abb2bf"/>
                </a:solidFill>
                <a:latin typeface="Courier New"/>
                <a:ea typeface="Courier New"/>
              </a:rPr>
              <a:t>        </a:t>
            </a:r>
            <a:r>
              <a:rPr b="0" lang="en-US" sz="1100" spc="-1" strike="noStrike">
                <a:solidFill>
                  <a:srgbClr val="abb2bf"/>
                </a:solidFill>
                <a:latin typeface="Courier New"/>
                <a:ea typeface="Courier New"/>
              </a:rPr>
              <a:t>if text[-3:] == 'ing':</a:t>
            </a:r>
            <a:endParaRPr b="0" lang="en-IN" sz="1100" spc="-1" strike="noStrike">
              <a:latin typeface="Arial"/>
            </a:endParaRPr>
          </a:p>
          <a:p>
            <a:pPr>
              <a:lnSpc>
                <a:spcPct val="100000"/>
              </a:lnSpc>
              <a:buNone/>
              <a:tabLst>
                <a:tab algn="l" pos="0"/>
              </a:tabLst>
            </a:pPr>
            <a:r>
              <a:rPr b="0" lang="en-US" sz="1100" spc="-1" strike="noStrike">
                <a:solidFill>
                  <a:srgbClr val="abb2bf"/>
                </a:solidFill>
                <a:latin typeface="Courier New"/>
                <a:ea typeface="Courier New"/>
              </a:rPr>
              <a:t>            </a:t>
            </a:r>
            <a:r>
              <a:rPr b="0" lang="en-US" sz="1100" spc="-1" strike="noStrike">
                <a:solidFill>
                  <a:srgbClr val="abb2bf"/>
                </a:solidFill>
                <a:latin typeface="Courier New"/>
                <a:ea typeface="Courier New"/>
              </a:rPr>
              <a:t>text += 'ly'</a:t>
            </a:r>
            <a:endParaRPr b="0" lang="en-IN" sz="1100" spc="-1" strike="noStrike">
              <a:latin typeface="Arial"/>
            </a:endParaRPr>
          </a:p>
          <a:p>
            <a:pPr>
              <a:lnSpc>
                <a:spcPct val="100000"/>
              </a:lnSpc>
              <a:buNone/>
              <a:tabLst>
                <a:tab algn="l" pos="0"/>
              </a:tabLst>
            </a:pPr>
            <a:r>
              <a:rPr b="0" lang="en-US" sz="1100" spc="-1" strike="noStrike">
                <a:solidFill>
                  <a:srgbClr val="abb2bf"/>
                </a:solidFill>
                <a:latin typeface="Courier New"/>
                <a:ea typeface="Courier New"/>
              </a:rPr>
              <a:t>        </a:t>
            </a:r>
            <a:r>
              <a:rPr b="0" lang="en-US" sz="1100" spc="-1" strike="noStrike">
                <a:solidFill>
                  <a:srgbClr val="abb2bf"/>
                </a:solidFill>
                <a:latin typeface="Courier New"/>
                <a:ea typeface="Courier New"/>
              </a:rPr>
              <a:t>else:</a:t>
            </a:r>
            <a:endParaRPr b="0" lang="en-IN" sz="1100" spc="-1" strike="noStrike">
              <a:latin typeface="Arial"/>
            </a:endParaRPr>
          </a:p>
          <a:p>
            <a:pPr>
              <a:lnSpc>
                <a:spcPct val="100000"/>
              </a:lnSpc>
              <a:buNone/>
              <a:tabLst>
                <a:tab algn="l" pos="0"/>
              </a:tabLst>
            </a:pPr>
            <a:r>
              <a:rPr b="0" lang="en-US" sz="1100" spc="-1" strike="noStrike">
                <a:solidFill>
                  <a:srgbClr val="abb2bf"/>
                </a:solidFill>
                <a:latin typeface="Courier New"/>
                <a:ea typeface="Courier New"/>
              </a:rPr>
              <a:t>            </a:t>
            </a:r>
            <a:r>
              <a:rPr b="0" lang="en-US" sz="1100" spc="-1" strike="noStrike">
                <a:solidFill>
                  <a:srgbClr val="abb2bf"/>
                </a:solidFill>
                <a:latin typeface="Courier New"/>
                <a:ea typeface="Courier New"/>
              </a:rPr>
              <a:t># Otherwise add 'ing'</a:t>
            </a:r>
            <a:endParaRPr b="0" lang="en-IN" sz="1100" spc="-1" strike="noStrike">
              <a:latin typeface="Arial"/>
            </a:endParaRPr>
          </a:p>
          <a:p>
            <a:pPr>
              <a:lnSpc>
                <a:spcPct val="100000"/>
              </a:lnSpc>
              <a:buNone/>
              <a:tabLst>
                <a:tab algn="l" pos="0"/>
              </a:tabLst>
            </a:pPr>
            <a:r>
              <a:rPr b="0" lang="en-US" sz="1100" spc="-1" strike="noStrike">
                <a:solidFill>
                  <a:srgbClr val="abb2bf"/>
                </a:solidFill>
                <a:latin typeface="Courier New"/>
                <a:ea typeface="Courier New"/>
              </a:rPr>
              <a:t>            </a:t>
            </a:r>
            <a:r>
              <a:rPr b="0" lang="en-US" sz="1100" spc="-1" strike="noStrike">
                <a:solidFill>
                  <a:srgbClr val="abb2bf"/>
                </a:solidFill>
                <a:latin typeface="Courier New"/>
                <a:ea typeface="Courier New"/>
              </a:rPr>
              <a:t>text += 'ing'</a:t>
            </a:r>
            <a:endParaRPr b="0" lang="en-IN" sz="1100" spc="-1" strike="noStrike">
              <a:latin typeface="Arial"/>
            </a:endParaRPr>
          </a:p>
          <a:p>
            <a:pPr>
              <a:lnSpc>
                <a:spcPct val="100000"/>
              </a:lnSpc>
              <a:buNone/>
              <a:tabLst>
                <a:tab algn="l" pos="0"/>
              </a:tabLst>
            </a:pPr>
            <a:r>
              <a:rPr b="0" lang="en-US" sz="1100" spc="-1" strike="noStrike">
                <a:solidFill>
                  <a:srgbClr val="abb2bf"/>
                </a:solidFill>
                <a:latin typeface="Courier New"/>
                <a:ea typeface="Courier New"/>
              </a:rPr>
              <a:t>    </a:t>
            </a:r>
            <a:endParaRPr b="0" lang="en-IN" sz="1100" spc="-1" strike="noStrike">
              <a:latin typeface="Arial"/>
            </a:endParaRPr>
          </a:p>
          <a:p>
            <a:pPr>
              <a:lnSpc>
                <a:spcPct val="100000"/>
              </a:lnSpc>
              <a:buNone/>
              <a:tabLst>
                <a:tab algn="l" pos="0"/>
              </a:tabLst>
            </a:pPr>
            <a:r>
              <a:rPr b="0" lang="en-US" sz="1100" spc="-1" strike="noStrike">
                <a:solidFill>
                  <a:srgbClr val="abb2bf"/>
                </a:solidFill>
                <a:latin typeface="Courier New"/>
                <a:ea typeface="Courier New"/>
              </a:rPr>
              <a:t>    </a:t>
            </a:r>
            <a:r>
              <a:rPr b="0" lang="en-US" sz="1100" spc="-1" strike="noStrike">
                <a:solidFill>
                  <a:srgbClr val="abb2bf"/>
                </a:solidFill>
                <a:latin typeface="Courier New"/>
                <a:ea typeface="Courier New"/>
              </a:rPr>
              <a:t>return text</a:t>
            </a:r>
            <a:endParaRPr b="0" lang="en-IN" sz="1100" spc="-1" strike="noStrike">
              <a:latin typeface="Arial"/>
            </a:endParaRPr>
          </a:p>
          <a:p>
            <a:pPr>
              <a:lnSpc>
                <a:spcPct val="100000"/>
              </a:lnSpc>
              <a:buNone/>
              <a:tabLst>
                <a:tab algn="l" pos="0"/>
              </a:tabLst>
            </a:pPr>
            <a:endParaRPr b="0" lang="en-IN" sz="1100" spc="-1" strike="noStrike">
              <a:latin typeface="Arial"/>
            </a:endParaRPr>
          </a:p>
          <a:p>
            <a:pPr>
              <a:lnSpc>
                <a:spcPct val="100000"/>
              </a:lnSpc>
              <a:buNone/>
              <a:tabLst>
                <a:tab algn="l" pos="0"/>
              </a:tabLst>
            </a:pPr>
            <a:r>
              <a:rPr b="0" lang="en-US" sz="1100" spc="-1" strike="noStrike">
                <a:solidFill>
                  <a:srgbClr val="abb2bf"/>
                </a:solidFill>
                <a:latin typeface="Courier New"/>
                <a:ea typeface="Courier New"/>
              </a:rPr>
              <a:t>print(modify_string('ab'))      # ab</a:t>
            </a:r>
            <a:endParaRPr b="0" lang="en-IN" sz="1100" spc="-1" strike="noStrike">
              <a:latin typeface="Arial"/>
            </a:endParaRPr>
          </a:p>
          <a:p>
            <a:pPr>
              <a:lnSpc>
                <a:spcPct val="100000"/>
              </a:lnSpc>
              <a:buNone/>
              <a:tabLst>
                <a:tab algn="l" pos="0"/>
              </a:tabLst>
            </a:pPr>
            <a:r>
              <a:rPr b="0" lang="en-US" sz="1100" spc="-1" strike="noStrike">
                <a:solidFill>
                  <a:srgbClr val="abb2bf"/>
                </a:solidFill>
                <a:latin typeface="Courier New"/>
                <a:ea typeface="Courier New"/>
              </a:rPr>
              <a:t>print(modify_string('code'))    # coding</a:t>
            </a:r>
            <a:endParaRPr b="0" lang="en-IN" sz="1100" spc="-1" strike="noStrike">
              <a:latin typeface="Arial"/>
            </a:endParaRPr>
          </a:p>
          <a:p>
            <a:pPr>
              <a:lnSpc>
                <a:spcPct val="100000"/>
              </a:lnSpc>
              <a:buNone/>
              <a:tabLst>
                <a:tab algn="l" pos="0"/>
              </a:tabLst>
            </a:pPr>
            <a:r>
              <a:rPr b="0" lang="en-US" sz="1100" spc="-1" strike="noStrike">
                <a:solidFill>
                  <a:srgbClr val="abb2bf"/>
                </a:solidFill>
                <a:latin typeface="Courier New"/>
                <a:ea typeface="Courier New"/>
              </a:rPr>
              <a:t>print(modify_string('string'))  # stringly</a:t>
            </a:r>
            <a:endParaRPr b="0" lang="en-IN" sz="110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66" name="Text 0"/>
          <p:cNvSpPr/>
          <p:nvPr/>
        </p:nvSpPr>
        <p:spPr>
          <a:xfrm>
            <a:off x="457200" y="274320"/>
            <a:ext cx="8229240" cy="4568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3600" spc="-1" strike="noStrike">
                <a:solidFill>
                  <a:srgbClr val="028090"/>
                </a:solidFill>
                <a:latin typeface="Arial"/>
                <a:ea typeface="Arial"/>
              </a:rPr>
              <a:t>Program 6 - Output</a:t>
            </a:r>
            <a:endParaRPr b="0" lang="en-IN" sz="3600" spc="-1" strike="noStrike">
              <a:latin typeface="Arial"/>
            </a:endParaRPr>
          </a:p>
        </p:txBody>
      </p:sp>
      <p:sp>
        <p:nvSpPr>
          <p:cNvPr id="67" name="Shape 1"/>
          <p:cNvSpPr/>
          <p:nvPr/>
        </p:nvSpPr>
        <p:spPr>
          <a:xfrm>
            <a:off x="1828800" y="1645920"/>
            <a:ext cx="5486040" cy="1828440"/>
          </a:xfrm>
          <a:prstGeom prst="rect">
            <a:avLst/>
          </a:prstGeom>
          <a:solidFill>
            <a:srgbClr val="f5f5f5"/>
          </a:solidFill>
          <a:ln w="38100">
            <a:solidFill>
              <a:srgbClr val="02c39a"/>
            </a:solidFill>
            <a:round/>
          </a:ln>
        </p:spPr>
        <p:style>
          <a:lnRef idx="0"/>
          <a:fillRef idx="0"/>
          <a:effectRef idx="0"/>
          <a:fontRef idx="minor"/>
        </p:style>
      </p:sp>
      <p:sp>
        <p:nvSpPr>
          <p:cNvPr id="68" name="Text 2"/>
          <p:cNvSpPr/>
          <p:nvPr/>
        </p:nvSpPr>
        <p:spPr>
          <a:xfrm>
            <a:off x="2286000" y="1920240"/>
            <a:ext cx="457164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2000" spc="-1" strike="noStrike">
                <a:solidFill>
                  <a:srgbClr val="028090"/>
                </a:solidFill>
                <a:latin typeface="Arial"/>
                <a:ea typeface="Arial"/>
              </a:rPr>
              <a:t>Sample Output:</a:t>
            </a:r>
            <a:endParaRPr b="0" lang="en-IN" sz="2000" spc="-1" strike="noStrike">
              <a:latin typeface="Arial"/>
            </a:endParaRPr>
          </a:p>
        </p:txBody>
      </p:sp>
      <p:sp>
        <p:nvSpPr>
          <p:cNvPr id="69" name="Text 3"/>
          <p:cNvSpPr/>
          <p:nvPr/>
        </p:nvSpPr>
        <p:spPr>
          <a:xfrm>
            <a:off x="2286000" y="2468880"/>
            <a:ext cx="4571640" cy="8226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2800" spc="-1" strike="noStrike">
                <a:solidFill>
                  <a:srgbClr val="02c39a"/>
                </a:solidFill>
                <a:latin typeface="Courier New"/>
                <a:ea typeface="Courier New"/>
              </a:rPr>
              <a:t>ab</a:t>
            </a:r>
            <a:endParaRPr b="0" lang="en-IN" sz="2800" spc="-1" strike="noStrike">
              <a:latin typeface="Arial"/>
            </a:endParaRPr>
          </a:p>
          <a:p>
            <a:pPr>
              <a:lnSpc>
                <a:spcPct val="100000"/>
              </a:lnSpc>
              <a:buNone/>
              <a:tabLst>
                <a:tab algn="l" pos="0"/>
              </a:tabLst>
            </a:pPr>
            <a:r>
              <a:rPr b="1" lang="en-US" sz="2800" spc="-1" strike="noStrike">
                <a:solidFill>
                  <a:srgbClr val="02c39a"/>
                </a:solidFill>
                <a:latin typeface="Courier New"/>
                <a:ea typeface="Courier New"/>
              </a:rPr>
              <a:t>coding</a:t>
            </a:r>
            <a:endParaRPr b="0" lang="en-IN" sz="2800" spc="-1" strike="noStrike">
              <a:latin typeface="Arial"/>
            </a:endParaRPr>
          </a:p>
          <a:p>
            <a:pPr>
              <a:lnSpc>
                <a:spcPct val="100000"/>
              </a:lnSpc>
              <a:buNone/>
              <a:tabLst>
                <a:tab algn="l" pos="0"/>
              </a:tabLst>
            </a:pPr>
            <a:r>
              <a:rPr b="1" lang="en-US" sz="2800" spc="-1" strike="noStrike">
                <a:solidFill>
                  <a:srgbClr val="02c39a"/>
                </a:solidFill>
                <a:latin typeface="Courier New"/>
                <a:ea typeface="Courier New"/>
              </a:rPr>
              <a:t>stringly</a:t>
            </a:r>
            <a:endParaRPr b="0" lang="en-IN" sz="28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0" name="Text 0"/>
          <p:cNvSpPr/>
          <p:nvPr/>
        </p:nvSpPr>
        <p:spPr>
          <a:xfrm>
            <a:off x="457200" y="274320"/>
            <a:ext cx="8229240" cy="4568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4000" spc="-1" strike="noStrike">
                <a:solidFill>
                  <a:srgbClr val="028090"/>
                </a:solidFill>
                <a:latin typeface="Arial"/>
                <a:ea typeface="Arial"/>
              </a:rPr>
              <a:t>Program 7</a:t>
            </a:r>
            <a:endParaRPr b="0" lang="en-IN" sz="4000" spc="-1" strike="noStrike">
              <a:latin typeface="Arial"/>
            </a:endParaRPr>
          </a:p>
        </p:txBody>
      </p:sp>
      <p:sp>
        <p:nvSpPr>
          <p:cNvPr id="71" name="Shape 1"/>
          <p:cNvSpPr/>
          <p:nvPr/>
        </p:nvSpPr>
        <p:spPr>
          <a:xfrm>
            <a:off x="457200" y="914400"/>
            <a:ext cx="8229240" cy="136800"/>
          </a:xfrm>
          <a:prstGeom prst="rect">
            <a:avLst/>
          </a:prstGeom>
          <a:solidFill>
            <a:srgbClr val="028090"/>
          </a:solidFill>
          <a:ln w="0">
            <a:noFill/>
          </a:ln>
        </p:spPr>
        <p:style>
          <a:lnRef idx="0"/>
          <a:fillRef idx="0"/>
          <a:effectRef idx="0"/>
          <a:fontRef idx="minor"/>
        </p:style>
      </p:sp>
      <p:sp>
        <p:nvSpPr>
          <p:cNvPr id="72" name="Text 2"/>
          <p:cNvSpPr/>
          <p:nvPr/>
        </p:nvSpPr>
        <p:spPr>
          <a:xfrm>
            <a:off x="457200" y="1280160"/>
            <a:ext cx="8229240" cy="5482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3200" spc="-1" strike="noStrike">
                <a:solidFill>
                  <a:srgbClr val="2c3e50"/>
                </a:solidFill>
                <a:latin typeface="Arial"/>
                <a:ea typeface="Arial"/>
              </a:rPr>
              <a:t>Replace 'not'...'poor' with 'good'</a:t>
            </a:r>
            <a:endParaRPr b="0" lang="en-IN" sz="3200" spc="-1" strike="noStrike">
              <a:latin typeface="Arial"/>
            </a:endParaRPr>
          </a:p>
        </p:txBody>
      </p:sp>
      <p:sp>
        <p:nvSpPr>
          <p:cNvPr id="73" name="Shape 3"/>
          <p:cNvSpPr/>
          <p:nvPr/>
        </p:nvSpPr>
        <p:spPr>
          <a:xfrm>
            <a:off x="914400" y="2103120"/>
            <a:ext cx="7314840" cy="1828440"/>
          </a:xfrm>
          <a:prstGeom prst="rect">
            <a:avLst/>
          </a:prstGeom>
          <a:solidFill>
            <a:srgbClr val="f5f5f5"/>
          </a:solidFill>
          <a:ln w="25400">
            <a:solidFill>
              <a:srgbClr val="028090"/>
            </a:solidFill>
            <a:round/>
          </a:ln>
        </p:spPr>
        <p:style>
          <a:lnRef idx="0"/>
          <a:fillRef idx="0"/>
          <a:effectRef idx="0"/>
          <a:fontRef idx="minor"/>
        </p:style>
      </p:sp>
      <p:sp>
        <p:nvSpPr>
          <p:cNvPr id="74" name="Text 4"/>
          <p:cNvSpPr/>
          <p:nvPr/>
        </p:nvSpPr>
        <p:spPr>
          <a:xfrm>
            <a:off x="1188720" y="2286000"/>
            <a:ext cx="676620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800" spc="-1" strike="noStrike">
                <a:solidFill>
                  <a:srgbClr val="028090"/>
                </a:solidFill>
                <a:latin typeface="Arial"/>
                <a:ea typeface="Arial"/>
              </a:rPr>
              <a:t>Problem Statement:</a:t>
            </a:r>
            <a:endParaRPr b="0" lang="en-IN" sz="1800" spc="-1" strike="noStrike">
              <a:latin typeface="Arial"/>
            </a:endParaRPr>
          </a:p>
        </p:txBody>
      </p:sp>
      <p:sp>
        <p:nvSpPr>
          <p:cNvPr id="75" name="Text 5"/>
          <p:cNvSpPr/>
          <p:nvPr/>
        </p:nvSpPr>
        <p:spPr>
          <a:xfrm>
            <a:off x="1188720" y="2651760"/>
            <a:ext cx="6766200" cy="109692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600" spc="-1" strike="noStrike">
                <a:solidFill>
                  <a:srgbClr val="2c3e50"/>
                </a:solidFill>
                <a:latin typeface="Arial"/>
                <a:ea typeface="Arial"/>
              </a:rPr>
              <a:t>Find the first appearance of the substring 'not' and 'poor' from a given string. If 'not' comes before 'poor', replace the whole 'not'...'poor' substring with 'good'. Return the resulting string.</a:t>
            </a:r>
            <a:endParaRPr b="0" lang="en-IN" sz="1600" spc="-1" strike="noStrike">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6" name="Text 0"/>
          <p:cNvSpPr/>
          <p:nvPr/>
        </p:nvSpPr>
        <p:spPr>
          <a:xfrm>
            <a:off x="457200" y="274320"/>
            <a:ext cx="8229240" cy="4568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3600" spc="-1" strike="noStrike">
                <a:solidFill>
                  <a:srgbClr val="028090"/>
                </a:solidFill>
                <a:latin typeface="Arial"/>
                <a:ea typeface="Arial"/>
              </a:rPr>
              <a:t>Program 7 - Visual Example</a:t>
            </a:r>
            <a:endParaRPr b="0" lang="en-IN" sz="3600" spc="-1" strike="noStrike">
              <a:latin typeface="Arial"/>
            </a:endParaRPr>
          </a:p>
        </p:txBody>
      </p:sp>
      <p:sp>
        <p:nvSpPr>
          <p:cNvPr id="77" name="Shape 1"/>
          <p:cNvSpPr/>
          <p:nvPr/>
        </p:nvSpPr>
        <p:spPr>
          <a:xfrm>
            <a:off x="914400" y="1097280"/>
            <a:ext cx="7314840" cy="1371240"/>
          </a:xfrm>
          <a:prstGeom prst="rect">
            <a:avLst/>
          </a:prstGeom>
          <a:solidFill>
            <a:srgbClr val="e8f5e9"/>
          </a:solidFill>
          <a:ln w="25400">
            <a:solidFill>
              <a:srgbClr val="27ae60"/>
            </a:solidFill>
            <a:round/>
          </a:ln>
        </p:spPr>
        <p:style>
          <a:lnRef idx="0"/>
          <a:fillRef idx="0"/>
          <a:effectRef idx="0"/>
          <a:fontRef idx="minor"/>
        </p:style>
      </p:sp>
      <p:sp>
        <p:nvSpPr>
          <p:cNvPr id="78" name="Text 2"/>
          <p:cNvSpPr/>
          <p:nvPr/>
        </p:nvSpPr>
        <p:spPr>
          <a:xfrm>
            <a:off x="1188720" y="1280160"/>
            <a:ext cx="676620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600" spc="-1" strike="noStrike">
                <a:solidFill>
                  <a:srgbClr val="2c3e50"/>
                </a:solidFill>
                <a:latin typeface="Courier New"/>
                <a:ea typeface="Courier New"/>
              </a:rPr>
              <a:t>Input: "The music is not that poor!"</a:t>
            </a:r>
            <a:endParaRPr b="0" lang="en-IN" sz="1600" spc="-1" strike="noStrike">
              <a:latin typeface="Arial"/>
            </a:endParaRPr>
          </a:p>
        </p:txBody>
      </p:sp>
      <p:sp>
        <p:nvSpPr>
          <p:cNvPr id="79" name="Text 3"/>
          <p:cNvSpPr/>
          <p:nvPr/>
        </p:nvSpPr>
        <p:spPr>
          <a:xfrm>
            <a:off x="1188720" y="1645920"/>
            <a:ext cx="676620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400" spc="-1" strike="noStrike">
                <a:solidFill>
                  <a:srgbClr val="e67e22"/>
                </a:solidFill>
                <a:latin typeface="Arial"/>
                <a:ea typeface="Arial"/>
              </a:rPr>
              <a:t>Find: "not" at index 13, "poor" at index 22</a:t>
            </a:r>
            <a:endParaRPr b="0" lang="en-IN" sz="1400" spc="-1" strike="noStrike">
              <a:latin typeface="Arial"/>
            </a:endParaRPr>
          </a:p>
        </p:txBody>
      </p:sp>
      <p:sp>
        <p:nvSpPr>
          <p:cNvPr id="80" name="Text 4"/>
          <p:cNvSpPr/>
          <p:nvPr/>
        </p:nvSpPr>
        <p:spPr>
          <a:xfrm>
            <a:off x="1188720" y="2011680"/>
            <a:ext cx="676620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600" spc="-1" strike="noStrike">
                <a:solidFill>
                  <a:srgbClr val="27ae60"/>
                </a:solidFill>
                <a:latin typeface="Courier New"/>
                <a:ea typeface="Courier New"/>
              </a:rPr>
              <a:t>Output: "The music is good!"</a:t>
            </a:r>
            <a:endParaRPr b="0" lang="en-IN" sz="1600" spc="-1" strike="noStrike">
              <a:latin typeface="Arial"/>
            </a:endParaRPr>
          </a:p>
        </p:txBody>
      </p:sp>
      <p:sp>
        <p:nvSpPr>
          <p:cNvPr id="81" name="Shape 5"/>
          <p:cNvSpPr/>
          <p:nvPr/>
        </p:nvSpPr>
        <p:spPr>
          <a:xfrm>
            <a:off x="1371600" y="2743200"/>
            <a:ext cx="6400440" cy="456840"/>
          </a:xfrm>
          <a:prstGeom prst="rect">
            <a:avLst/>
          </a:prstGeom>
          <a:solidFill>
            <a:srgbClr val="ffcccc"/>
          </a:solidFill>
          <a:ln w="0">
            <a:noFill/>
          </a:ln>
        </p:spPr>
        <p:style>
          <a:lnRef idx="0"/>
          <a:fillRef idx="0"/>
          <a:effectRef idx="0"/>
          <a:fontRef idx="minor"/>
        </p:style>
      </p:sp>
      <p:sp>
        <p:nvSpPr>
          <p:cNvPr id="82" name="Text 6"/>
          <p:cNvSpPr/>
          <p:nvPr/>
        </p:nvSpPr>
        <p:spPr>
          <a:xfrm>
            <a:off x="1371600" y="2834640"/>
            <a:ext cx="6400440" cy="2739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0" lang="en-US" sz="1400" spc="-1" strike="noStrike">
                <a:solidFill>
                  <a:srgbClr val="2c3e50"/>
                </a:solidFill>
                <a:latin typeface="Courier New"/>
                <a:ea typeface="Courier New"/>
              </a:rPr>
              <a:t>The music is not that poor!</a:t>
            </a:r>
            <a:endParaRPr b="0" lang="en-IN" sz="1400" spc="-1" strike="noStrike">
              <a:latin typeface="Arial"/>
            </a:endParaRPr>
          </a:p>
        </p:txBody>
      </p:sp>
      <p:sp>
        <p:nvSpPr>
          <p:cNvPr id="83" name="Text 7"/>
          <p:cNvSpPr/>
          <p:nvPr/>
        </p:nvSpPr>
        <p:spPr>
          <a:xfrm>
            <a:off x="3657600" y="3291840"/>
            <a:ext cx="1828440" cy="2739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1400" spc="-1" strike="noStrike">
                <a:solidFill>
                  <a:srgbClr val="028090"/>
                </a:solidFill>
                <a:latin typeface="Arial"/>
                <a:ea typeface="Arial"/>
              </a:rPr>
              <a:t>↓  </a:t>
            </a:r>
            <a:r>
              <a:rPr b="1" lang="en-US" sz="1400" spc="-1" strike="noStrike">
                <a:solidFill>
                  <a:srgbClr val="028090"/>
                </a:solidFill>
                <a:latin typeface="Arial"/>
                <a:ea typeface="Arial"/>
              </a:rPr>
              <a:t>Replace</a:t>
            </a:r>
            <a:endParaRPr b="0" lang="en-IN" sz="1400" spc="-1" strike="noStrike">
              <a:latin typeface="Arial"/>
            </a:endParaRPr>
          </a:p>
        </p:txBody>
      </p:sp>
      <p:sp>
        <p:nvSpPr>
          <p:cNvPr id="84" name="Shape 8"/>
          <p:cNvSpPr/>
          <p:nvPr/>
        </p:nvSpPr>
        <p:spPr>
          <a:xfrm>
            <a:off x="2286000" y="3657600"/>
            <a:ext cx="4571640" cy="456840"/>
          </a:xfrm>
          <a:prstGeom prst="rect">
            <a:avLst/>
          </a:prstGeom>
          <a:solidFill>
            <a:srgbClr val="02c39a"/>
          </a:solidFill>
          <a:ln w="0">
            <a:noFill/>
          </a:ln>
        </p:spPr>
        <p:style>
          <a:lnRef idx="0"/>
          <a:fillRef idx="0"/>
          <a:effectRef idx="0"/>
          <a:fontRef idx="minor"/>
        </p:style>
      </p:sp>
      <p:sp>
        <p:nvSpPr>
          <p:cNvPr id="85" name="Text 9"/>
          <p:cNvSpPr/>
          <p:nvPr/>
        </p:nvSpPr>
        <p:spPr>
          <a:xfrm>
            <a:off x="2286000" y="3749040"/>
            <a:ext cx="4571640" cy="2739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1600" spc="-1" strike="noStrike">
                <a:solidFill>
                  <a:srgbClr val="ffffff"/>
                </a:solidFill>
                <a:latin typeface="Courier New"/>
                <a:ea typeface="Courier New"/>
              </a:rPr>
              <a:t>The music is good!</a:t>
            </a:r>
            <a:endParaRPr b="0" lang="en-IN" sz="16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6" name="Text 0"/>
          <p:cNvSpPr/>
          <p:nvPr/>
        </p:nvSpPr>
        <p:spPr>
          <a:xfrm>
            <a:off x="457200" y="274320"/>
            <a:ext cx="8229240" cy="4568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3600" spc="-1" strike="noStrike">
                <a:solidFill>
                  <a:srgbClr val="028090"/>
                </a:solidFill>
                <a:latin typeface="Arial"/>
                <a:ea typeface="Arial"/>
              </a:rPr>
              <a:t>Program 7 - Python Code</a:t>
            </a:r>
            <a:endParaRPr b="0" lang="en-IN" sz="3600" spc="-1" strike="noStrike">
              <a:latin typeface="Arial"/>
            </a:endParaRPr>
          </a:p>
        </p:txBody>
      </p:sp>
      <p:sp>
        <p:nvSpPr>
          <p:cNvPr id="87" name="Shape 1"/>
          <p:cNvSpPr/>
          <p:nvPr/>
        </p:nvSpPr>
        <p:spPr>
          <a:xfrm>
            <a:off x="731520" y="1005840"/>
            <a:ext cx="7680600" cy="3108600"/>
          </a:xfrm>
          <a:prstGeom prst="rect">
            <a:avLst/>
          </a:prstGeom>
          <a:solidFill>
            <a:srgbClr val="282c34"/>
          </a:solidFill>
          <a:ln w="0">
            <a:noFill/>
          </a:ln>
        </p:spPr>
        <p:style>
          <a:lnRef idx="0"/>
          <a:fillRef idx="0"/>
          <a:effectRef idx="0"/>
          <a:fontRef idx="minor"/>
        </p:style>
      </p:sp>
      <p:sp>
        <p:nvSpPr>
          <p:cNvPr id="88" name="Text 2"/>
          <p:cNvSpPr/>
          <p:nvPr/>
        </p:nvSpPr>
        <p:spPr>
          <a:xfrm>
            <a:off x="914400" y="1143000"/>
            <a:ext cx="7314840" cy="28342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000" spc="-1" strike="noStrike">
                <a:solidFill>
                  <a:srgbClr val="abb2bf"/>
                </a:solidFill>
                <a:latin typeface="Courier New"/>
                <a:ea typeface="Courier New"/>
              </a:rPr>
              <a:t># Function to replace 'not'...'poor' with 'good'</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def replace_not_poor(text):</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r>
              <a:rPr b="0" lang="en-US" sz="1000" spc="-1" strike="noStrike">
                <a:solidFill>
                  <a:srgbClr val="abb2bf"/>
                </a:solidFill>
                <a:latin typeface="Courier New"/>
                <a:ea typeface="Courier New"/>
              </a:rPr>
              <a:t># Find index of 'not'</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r>
              <a:rPr b="0" lang="en-US" sz="1000" spc="-1" strike="noStrike">
                <a:solidFill>
                  <a:srgbClr val="abb2bf"/>
                </a:solidFill>
                <a:latin typeface="Courier New"/>
                <a:ea typeface="Courier New"/>
              </a:rPr>
              <a:t>index_not = text.find('not')</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r>
              <a:rPr b="0" lang="en-US" sz="1000" spc="-1" strike="noStrike">
                <a:solidFill>
                  <a:srgbClr val="abb2bf"/>
                </a:solidFill>
                <a:latin typeface="Courier New"/>
                <a:ea typeface="Courier New"/>
              </a:rPr>
              <a:t># Find index of 'poor'</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r>
              <a:rPr b="0" lang="en-US" sz="1000" spc="-1" strike="noStrike">
                <a:solidFill>
                  <a:srgbClr val="abb2bf"/>
                </a:solidFill>
                <a:latin typeface="Courier New"/>
                <a:ea typeface="Courier New"/>
              </a:rPr>
              <a:t>index_poor = text.find('poor')</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r>
              <a:rPr b="0" lang="en-US" sz="1000" spc="-1" strike="noStrike">
                <a:solidFill>
                  <a:srgbClr val="abb2bf"/>
                </a:solidFill>
                <a:latin typeface="Courier New"/>
                <a:ea typeface="Courier New"/>
              </a:rPr>
              <a:t># Check if 'poor' comes after 'not'</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r>
              <a:rPr b="0" lang="en-US" sz="1000" spc="-1" strike="noStrike">
                <a:solidFill>
                  <a:srgbClr val="abb2bf"/>
                </a:solidFill>
                <a:latin typeface="Courier New"/>
                <a:ea typeface="Courier New"/>
              </a:rPr>
              <a:t>if index_poor &gt; index_not and index_not &gt; 0 and index_poor &gt; 0:</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r>
              <a:rPr b="0" lang="en-US" sz="1000" spc="-1" strike="noStrike">
                <a:solidFill>
                  <a:srgbClr val="abb2bf"/>
                </a:solidFill>
                <a:latin typeface="Courier New"/>
                <a:ea typeface="Courier New"/>
              </a:rPr>
              <a:t># Replace substring from 'not' to end of 'poor' with 'good'</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r>
              <a:rPr b="0" lang="en-US" sz="1000" spc="-1" strike="noStrike">
                <a:solidFill>
                  <a:srgbClr val="abb2bf"/>
                </a:solidFill>
                <a:latin typeface="Courier New"/>
                <a:ea typeface="Courier New"/>
              </a:rPr>
              <a:t>text = text.replace(text[index_not:(index_poor+4)], 'good')</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r>
              <a:rPr b="0" lang="en-US" sz="1000" spc="-1" strike="noStrike">
                <a:solidFill>
                  <a:srgbClr val="abb2bf"/>
                </a:solidFill>
                <a:latin typeface="Courier New"/>
                <a:ea typeface="Courier New"/>
              </a:rPr>
              <a:t>return text</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r>
              <a:rPr b="0" lang="en-US" sz="1000" spc="-1" strike="noStrike">
                <a:solidFill>
                  <a:srgbClr val="abb2bf"/>
                </a:solidFill>
                <a:latin typeface="Courier New"/>
                <a:ea typeface="Courier New"/>
              </a:rPr>
              <a:t>else:</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r>
              <a:rPr b="0" lang="en-US" sz="1000" spc="-1" strike="noStrike">
                <a:solidFill>
                  <a:srgbClr val="abb2bf"/>
                </a:solidFill>
                <a:latin typeface="Courier New"/>
                <a:ea typeface="Courier New"/>
              </a:rPr>
              <a:t>return text</a:t>
            </a:r>
            <a:endParaRPr b="0" lang="en-IN" sz="1000" spc="-1" strike="noStrike">
              <a:latin typeface="Arial"/>
            </a:endParaRPr>
          </a:p>
          <a:p>
            <a:pPr>
              <a:lnSpc>
                <a:spcPct val="100000"/>
              </a:lnSpc>
              <a:buNone/>
              <a:tabLst>
                <a:tab algn="l" pos="0"/>
              </a:tabLst>
            </a:pP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print(replace_not_poor('The music is not that poor!'))</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print(replace_not_poor('The music is poor!'))</a:t>
            </a:r>
            <a:endParaRPr b="0" lang="en-IN" sz="1000" spc="-1" strike="noStrike">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9" name="Text 0"/>
          <p:cNvSpPr/>
          <p:nvPr/>
        </p:nvSpPr>
        <p:spPr>
          <a:xfrm>
            <a:off x="457200" y="274320"/>
            <a:ext cx="8229240" cy="4568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3600" spc="-1" strike="noStrike">
                <a:solidFill>
                  <a:srgbClr val="028090"/>
                </a:solidFill>
                <a:latin typeface="Arial"/>
                <a:ea typeface="Arial"/>
              </a:rPr>
              <a:t>Program 7 - Output</a:t>
            </a:r>
            <a:endParaRPr b="0" lang="en-IN" sz="3600" spc="-1" strike="noStrike">
              <a:latin typeface="Arial"/>
            </a:endParaRPr>
          </a:p>
        </p:txBody>
      </p:sp>
      <p:sp>
        <p:nvSpPr>
          <p:cNvPr id="90" name="Shape 1"/>
          <p:cNvSpPr/>
          <p:nvPr/>
        </p:nvSpPr>
        <p:spPr>
          <a:xfrm>
            <a:off x="1371600" y="1645920"/>
            <a:ext cx="6400440" cy="1828440"/>
          </a:xfrm>
          <a:prstGeom prst="rect">
            <a:avLst/>
          </a:prstGeom>
          <a:solidFill>
            <a:srgbClr val="f5f5f5"/>
          </a:solidFill>
          <a:ln w="38100">
            <a:solidFill>
              <a:srgbClr val="02c39a"/>
            </a:solidFill>
            <a:round/>
          </a:ln>
        </p:spPr>
        <p:style>
          <a:lnRef idx="0"/>
          <a:fillRef idx="0"/>
          <a:effectRef idx="0"/>
          <a:fontRef idx="minor"/>
        </p:style>
      </p:sp>
      <p:sp>
        <p:nvSpPr>
          <p:cNvPr id="91" name="Text 2"/>
          <p:cNvSpPr/>
          <p:nvPr/>
        </p:nvSpPr>
        <p:spPr>
          <a:xfrm>
            <a:off x="1828800" y="1920240"/>
            <a:ext cx="548604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2000" spc="-1" strike="noStrike">
                <a:solidFill>
                  <a:srgbClr val="028090"/>
                </a:solidFill>
                <a:latin typeface="Arial"/>
                <a:ea typeface="Arial"/>
              </a:rPr>
              <a:t>Sample Output:</a:t>
            </a:r>
            <a:endParaRPr b="0" lang="en-IN" sz="2000" spc="-1" strike="noStrike">
              <a:latin typeface="Arial"/>
            </a:endParaRPr>
          </a:p>
        </p:txBody>
      </p:sp>
      <p:sp>
        <p:nvSpPr>
          <p:cNvPr id="92" name="Text 3"/>
          <p:cNvSpPr/>
          <p:nvPr/>
        </p:nvSpPr>
        <p:spPr>
          <a:xfrm>
            <a:off x="1828800" y="2468880"/>
            <a:ext cx="5486040" cy="8226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2000" spc="-1" strike="noStrike">
                <a:solidFill>
                  <a:srgbClr val="02c39a"/>
                </a:solidFill>
                <a:latin typeface="Courier New"/>
                <a:ea typeface="Courier New"/>
              </a:rPr>
              <a:t>The music is good!</a:t>
            </a:r>
            <a:endParaRPr b="0" lang="en-IN" sz="2000" spc="-1" strike="noStrike">
              <a:latin typeface="Arial"/>
            </a:endParaRPr>
          </a:p>
          <a:p>
            <a:pPr>
              <a:lnSpc>
                <a:spcPct val="100000"/>
              </a:lnSpc>
              <a:buNone/>
              <a:tabLst>
                <a:tab algn="l" pos="0"/>
              </a:tabLst>
            </a:pPr>
            <a:r>
              <a:rPr b="1" lang="en-US" sz="2000" spc="-1" strike="noStrike">
                <a:solidFill>
                  <a:srgbClr val="02c39a"/>
                </a:solidFill>
                <a:latin typeface="Courier New"/>
                <a:ea typeface="Courier New"/>
              </a:rPr>
              <a:t>The music is poor!</a:t>
            </a:r>
            <a:endParaRPr b="0" lang="en-IN" sz="200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3" name="Text 0"/>
          <p:cNvSpPr/>
          <p:nvPr/>
        </p:nvSpPr>
        <p:spPr>
          <a:xfrm>
            <a:off x="457200" y="274320"/>
            <a:ext cx="8229240" cy="4568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4000" spc="-1" strike="noStrike">
                <a:solidFill>
                  <a:srgbClr val="028090"/>
                </a:solidFill>
                <a:latin typeface="Arial"/>
                <a:ea typeface="Arial"/>
              </a:rPr>
              <a:t>Program 8</a:t>
            </a:r>
            <a:endParaRPr b="0" lang="en-IN" sz="4000" spc="-1" strike="noStrike">
              <a:latin typeface="Arial"/>
            </a:endParaRPr>
          </a:p>
        </p:txBody>
      </p:sp>
      <p:sp>
        <p:nvSpPr>
          <p:cNvPr id="94" name="Shape 1"/>
          <p:cNvSpPr/>
          <p:nvPr/>
        </p:nvSpPr>
        <p:spPr>
          <a:xfrm>
            <a:off x="457200" y="914400"/>
            <a:ext cx="8229240" cy="136800"/>
          </a:xfrm>
          <a:prstGeom prst="rect">
            <a:avLst/>
          </a:prstGeom>
          <a:solidFill>
            <a:srgbClr val="028090"/>
          </a:solidFill>
          <a:ln w="0">
            <a:noFill/>
          </a:ln>
        </p:spPr>
        <p:style>
          <a:lnRef idx="0"/>
          <a:fillRef idx="0"/>
          <a:effectRef idx="0"/>
          <a:fontRef idx="minor"/>
        </p:style>
      </p:sp>
      <p:sp>
        <p:nvSpPr>
          <p:cNvPr id="95" name="Text 2"/>
          <p:cNvSpPr/>
          <p:nvPr/>
        </p:nvSpPr>
        <p:spPr>
          <a:xfrm>
            <a:off x="457200" y="1280160"/>
            <a:ext cx="8229240" cy="5482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3200" spc="-1" strike="noStrike">
                <a:solidFill>
                  <a:srgbClr val="2c3e50"/>
                </a:solidFill>
                <a:latin typeface="Arial"/>
                <a:ea typeface="Arial"/>
              </a:rPr>
              <a:t>Find Longest Word in a List</a:t>
            </a:r>
            <a:endParaRPr b="0" lang="en-IN" sz="3200" spc="-1" strike="noStrike">
              <a:latin typeface="Arial"/>
            </a:endParaRPr>
          </a:p>
        </p:txBody>
      </p:sp>
      <p:sp>
        <p:nvSpPr>
          <p:cNvPr id="96" name="Shape 3"/>
          <p:cNvSpPr/>
          <p:nvPr/>
        </p:nvSpPr>
        <p:spPr>
          <a:xfrm>
            <a:off x="914400" y="2103120"/>
            <a:ext cx="7314840" cy="1645560"/>
          </a:xfrm>
          <a:prstGeom prst="rect">
            <a:avLst/>
          </a:prstGeom>
          <a:solidFill>
            <a:srgbClr val="f5f5f5"/>
          </a:solidFill>
          <a:ln w="25400">
            <a:solidFill>
              <a:srgbClr val="028090"/>
            </a:solidFill>
            <a:round/>
          </a:ln>
        </p:spPr>
        <p:style>
          <a:lnRef idx="0"/>
          <a:fillRef idx="0"/>
          <a:effectRef idx="0"/>
          <a:fontRef idx="minor"/>
        </p:style>
      </p:sp>
      <p:sp>
        <p:nvSpPr>
          <p:cNvPr id="97" name="Text 4"/>
          <p:cNvSpPr/>
          <p:nvPr/>
        </p:nvSpPr>
        <p:spPr>
          <a:xfrm>
            <a:off x="1188720" y="2286000"/>
            <a:ext cx="676620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800" spc="-1" strike="noStrike">
                <a:solidFill>
                  <a:srgbClr val="028090"/>
                </a:solidFill>
                <a:latin typeface="Arial"/>
                <a:ea typeface="Arial"/>
              </a:rPr>
              <a:t>Problem Statement:</a:t>
            </a:r>
            <a:endParaRPr b="0" lang="en-IN" sz="1800" spc="-1" strike="noStrike">
              <a:latin typeface="Arial"/>
            </a:endParaRPr>
          </a:p>
        </p:txBody>
      </p:sp>
      <p:sp>
        <p:nvSpPr>
          <p:cNvPr id="98" name="Text 5"/>
          <p:cNvSpPr/>
          <p:nvPr/>
        </p:nvSpPr>
        <p:spPr>
          <a:xfrm>
            <a:off x="1188720" y="2651760"/>
            <a:ext cx="6766200" cy="9140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600" spc="-1" strike="noStrike">
                <a:solidFill>
                  <a:srgbClr val="2c3e50"/>
                </a:solidFill>
                <a:latin typeface="Arial"/>
                <a:ea typeface="Arial"/>
              </a:rPr>
              <a:t>Write a Python function that takes a list of words and returns the longest word and the length of the longest one.</a:t>
            </a:r>
            <a:endParaRPr b="0" lang="en-IN" sz="1600" spc="-1" strike="noStrike">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99" name="Text 0"/>
          <p:cNvSpPr/>
          <p:nvPr/>
        </p:nvSpPr>
        <p:spPr>
          <a:xfrm>
            <a:off x="457200" y="274320"/>
            <a:ext cx="8229240" cy="4568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3600" spc="-1" strike="noStrike">
                <a:solidFill>
                  <a:srgbClr val="028090"/>
                </a:solidFill>
                <a:latin typeface="Arial"/>
                <a:ea typeface="Arial"/>
              </a:rPr>
              <a:t>Program 8 - Visual Example</a:t>
            </a:r>
            <a:endParaRPr b="0" lang="en-IN" sz="3600" spc="-1" strike="noStrike">
              <a:latin typeface="Arial"/>
            </a:endParaRPr>
          </a:p>
        </p:txBody>
      </p:sp>
      <p:sp>
        <p:nvSpPr>
          <p:cNvPr id="100" name="Text 1"/>
          <p:cNvSpPr/>
          <p:nvPr/>
        </p:nvSpPr>
        <p:spPr>
          <a:xfrm>
            <a:off x="914400" y="1097280"/>
            <a:ext cx="73148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600" spc="-1" strike="noStrike">
                <a:solidFill>
                  <a:srgbClr val="2c3e50"/>
                </a:solidFill>
                <a:latin typeface="Courier New"/>
                <a:ea typeface="Courier New"/>
              </a:rPr>
              <a:t>Input: ["Python", "JavaScript", "C", "Ruby"]</a:t>
            </a:r>
            <a:endParaRPr b="0" lang="en-IN" sz="1600" spc="-1" strike="noStrike">
              <a:latin typeface="Arial"/>
            </a:endParaRPr>
          </a:p>
        </p:txBody>
      </p:sp>
      <p:sp>
        <p:nvSpPr>
          <p:cNvPr id="101" name="Shape 2"/>
          <p:cNvSpPr/>
          <p:nvPr/>
        </p:nvSpPr>
        <p:spPr>
          <a:xfrm>
            <a:off x="1371600" y="1645920"/>
            <a:ext cx="3657240" cy="548280"/>
          </a:xfrm>
          <a:prstGeom prst="rect">
            <a:avLst/>
          </a:prstGeom>
          <a:solidFill>
            <a:srgbClr val="f5f5f5"/>
          </a:solidFill>
          <a:ln w="25400">
            <a:solidFill>
              <a:srgbClr val="028090"/>
            </a:solidFill>
            <a:round/>
          </a:ln>
        </p:spPr>
        <p:style>
          <a:lnRef idx="0"/>
          <a:fillRef idx="0"/>
          <a:effectRef idx="0"/>
          <a:fontRef idx="minor"/>
        </p:style>
      </p:sp>
      <p:sp>
        <p:nvSpPr>
          <p:cNvPr id="102" name="Text 3"/>
          <p:cNvSpPr/>
          <p:nvPr/>
        </p:nvSpPr>
        <p:spPr>
          <a:xfrm>
            <a:off x="1554480" y="1737360"/>
            <a:ext cx="329148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600" spc="-1" strike="noStrike">
                <a:solidFill>
                  <a:srgbClr val="2c3e50"/>
                </a:solidFill>
                <a:latin typeface="Courier New"/>
                <a:ea typeface="Courier New"/>
              </a:rPr>
              <a:t>Python</a:t>
            </a:r>
            <a:endParaRPr b="0" lang="en-IN" sz="1600" spc="-1" strike="noStrike">
              <a:latin typeface="Arial"/>
            </a:endParaRPr>
          </a:p>
        </p:txBody>
      </p:sp>
      <p:sp>
        <p:nvSpPr>
          <p:cNvPr id="103" name="Shape 4"/>
          <p:cNvSpPr/>
          <p:nvPr/>
        </p:nvSpPr>
        <p:spPr>
          <a:xfrm>
            <a:off x="5212080" y="1645920"/>
            <a:ext cx="1371240" cy="548280"/>
          </a:xfrm>
          <a:prstGeom prst="rect">
            <a:avLst/>
          </a:prstGeom>
          <a:solidFill>
            <a:srgbClr val="dddddd"/>
          </a:solidFill>
          <a:ln w="0">
            <a:noFill/>
          </a:ln>
        </p:spPr>
        <p:style>
          <a:lnRef idx="0"/>
          <a:fillRef idx="0"/>
          <a:effectRef idx="0"/>
          <a:fontRef idx="minor"/>
        </p:style>
      </p:sp>
      <p:sp>
        <p:nvSpPr>
          <p:cNvPr id="104" name="Text 5"/>
          <p:cNvSpPr/>
          <p:nvPr/>
        </p:nvSpPr>
        <p:spPr>
          <a:xfrm>
            <a:off x="5212080" y="1737360"/>
            <a:ext cx="137124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0" lang="en-US" sz="1300" spc="-1" strike="noStrike">
                <a:solidFill>
                  <a:srgbClr val="666666"/>
                </a:solidFill>
                <a:latin typeface="Arial"/>
                <a:ea typeface="Arial"/>
              </a:rPr>
              <a:t>Length: 6</a:t>
            </a:r>
            <a:endParaRPr b="0" lang="en-IN" sz="1300" spc="-1" strike="noStrike">
              <a:latin typeface="Arial"/>
            </a:endParaRPr>
          </a:p>
        </p:txBody>
      </p:sp>
      <p:sp>
        <p:nvSpPr>
          <p:cNvPr id="105" name="Shape 6"/>
          <p:cNvSpPr/>
          <p:nvPr/>
        </p:nvSpPr>
        <p:spPr>
          <a:xfrm>
            <a:off x="1371600" y="2286000"/>
            <a:ext cx="3657240" cy="548280"/>
          </a:xfrm>
          <a:prstGeom prst="rect">
            <a:avLst/>
          </a:prstGeom>
          <a:solidFill>
            <a:srgbClr val="02c39a"/>
          </a:solidFill>
          <a:ln w="25400">
            <a:solidFill>
              <a:srgbClr val="028090"/>
            </a:solidFill>
            <a:round/>
          </a:ln>
        </p:spPr>
        <p:style>
          <a:lnRef idx="0"/>
          <a:fillRef idx="0"/>
          <a:effectRef idx="0"/>
          <a:fontRef idx="minor"/>
        </p:style>
      </p:sp>
      <p:sp>
        <p:nvSpPr>
          <p:cNvPr id="106" name="Text 7"/>
          <p:cNvSpPr/>
          <p:nvPr/>
        </p:nvSpPr>
        <p:spPr>
          <a:xfrm>
            <a:off x="1554480" y="2377440"/>
            <a:ext cx="329148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600" spc="-1" strike="noStrike">
                <a:solidFill>
                  <a:srgbClr val="ffffff"/>
                </a:solidFill>
                <a:latin typeface="Courier New"/>
                <a:ea typeface="Courier New"/>
              </a:rPr>
              <a:t>JavaScript</a:t>
            </a:r>
            <a:endParaRPr b="0" lang="en-IN" sz="1600" spc="-1" strike="noStrike">
              <a:latin typeface="Arial"/>
            </a:endParaRPr>
          </a:p>
        </p:txBody>
      </p:sp>
      <p:sp>
        <p:nvSpPr>
          <p:cNvPr id="107" name="Shape 8"/>
          <p:cNvSpPr/>
          <p:nvPr/>
        </p:nvSpPr>
        <p:spPr>
          <a:xfrm>
            <a:off x="5212080" y="2286000"/>
            <a:ext cx="1371240" cy="548280"/>
          </a:xfrm>
          <a:prstGeom prst="rect">
            <a:avLst/>
          </a:prstGeom>
          <a:solidFill>
            <a:srgbClr val="e67e22"/>
          </a:solidFill>
          <a:ln w="0">
            <a:noFill/>
          </a:ln>
        </p:spPr>
        <p:style>
          <a:lnRef idx="0"/>
          <a:fillRef idx="0"/>
          <a:effectRef idx="0"/>
          <a:fontRef idx="minor"/>
        </p:style>
      </p:sp>
      <p:sp>
        <p:nvSpPr>
          <p:cNvPr id="108" name="Text 9"/>
          <p:cNvSpPr/>
          <p:nvPr/>
        </p:nvSpPr>
        <p:spPr>
          <a:xfrm>
            <a:off x="5212080" y="2377440"/>
            <a:ext cx="137124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1300" spc="-1" strike="noStrike">
                <a:solidFill>
                  <a:srgbClr val="ffffff"/>
                </a:solidFill>
                <a:latin typeface="Arial"/>
                <a:ea typeface="Arial"/>
              </a:rPr>
              <a:t>Length: 10</a:t>
            </a:r>
            <a:endParaRPr b="0" lang="en-IN" sz="1300" spc="-1" strike="noStrike">
              <a:latin typeface="Arial"/>
            </a:endParaRPr>
          </a:p>
        </p:txBody>
      </p:sp>
      <p:sp>
        <p:nvSpPr>
          <p:cNvPr id="109" name="Shape 10"/>
          <p:cNvSpPr/>
          <p:nvPr/>
        </p:nvSpPr>
        <p:spPr>
          <a:xfrm>
            <a:off x="1371600" y="2926080"/>
            <a:ext cx="3657240" cy="548280"/>
          </a:xfrm>
          <a:prstGeom prst="rect">
            <a:avLst/>
          </a:prstGeom>
          <a:solidFill>
            <a:srgbClr val="f5f5f5"/>
          </a:solidFill>
          <a:ln w="25400">
            <a:solidFill>
              <a:srgbClr val="028090"/>
            </a:solidFill>
            <a:round/>
          </a:ln>
        </p:spPr>
        <p:style>
          <a:lnRef idx="0"/>
          <a:fillRef idx="0"/>
          <a:effectRef idx="0"/>
          <a:fontRef idx="minor"/>
        </p:style>
      </p:sp>
      <p:sp>
        <p:nvSpPr>
          <p:cNvPr id="110" name="Text 11"/>
          <p:cNvSpPr/>
          <p:nvPr/>
        </p:nvSpPr>
        <p:spPr>
          <a:xfrm>
            <a:off x="1554480" y="3017520"/>
            <a:ext cx="329148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600" spc="-1" strike="noStrike">
                <a:solidFill>
                  <a:srgbClr val="2c3e50"/>
                </a:solidFill>
                <a:latin typeface="Courier New"/>
                <a:ea typeface="Courier New"/>
              </a:rPr>
              <a:t>C</a:t>
            </a:r>
            <a:endParaRPr b="0" lang="en-IN" sz="1600" spc="-1" strike="noStrike">
              <a:latin typeface="Arial"/>
            </a:endParaRPr>
          </a:p>
        </p:txBody>
      </p:sp>
      <p:sp>
        <p:nvSpPr>
          <p:cNvPr id="111" name="Shape 12"/>
          <p:cNvSpPr/>
          <p:nvPr/>
        </p:nvSpPr>
        <p:spPr>
          <a:xfrm>
            <a:off x="5212080" y="2926080"/>
            <a:ext cx="1371240" cy="548280"/>
          </a:xfrm>
          <a:prstGeom prst="rect">
            <a:avLst/>
          </a:prstGeom>
          <a:solidFill>
            <a:srgbClr val="dddddd"/>
          </a:solidFill>
          <a:ln w="0">
            <a:noFill/>
          </a:ln>
        </p:spPr>
        <p:style>
          <a:lnRef idx="0"/>
          <a:fillRef idx="0"/>
          <a:effectRef idx="0"/>
          <a:fontRef idx="minor"/>
        </p:style>
      </p:sp>
      <p:sp>
        <p:nvSpPr>
          <p:cNvPr id="112" name="Text 13"/>
          <p:cNvSpPr/>
          <p:nvPr/>
        </p:nvSpPr>
        <p:spPr>
          <a:xfrm>
            <a:off x="5212080" y="3017520"/>
            <a:ext cx="137124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0" lang="en-US" sz="1300" spc="-1" strike="noStrike">
                <a:solidFill>
                  <a:srgbClr val="666666"/>
                </a:solidFill>
                <a:latin typeface="Arial"/>
                <a:ea typeface="Arial"/>
              </a:rPr>
              <a:t>Length: 1</a:t>
            </a:r>
            <a:endParaRPr b="0" lang="en-IN" sz="1300" spc="-1" strike="noStrike">
              <a:latin typeface="Arial"/>
            </a:endParaRPr>
          </a:p>
        </p:txBody>
      </p:sp>
      <p:sp>
        <p:nvSpPr>
          <p:cNvPr id="113" name="Shape 14"/>
          <p:cNvSpPr/>
          <p:nvPr/>
        </p:nvSpPr>
        <p:spPr>
          <a:xfrm>
            <a:off x="1371600" y="3566160"/>
            <a:ext cx="3657240" cy="548280"/>
          </a:xfrm>
          <a:prstGeom prst="rect">
            <a:avLst/>
          </a:prstGeom>
          <a:solidFill>
            <a:srgbClr val="f5f5f5"/>
          </a:solidFill>
          <a:ln w="25400">
            <a:solidFill>
              <a:srgbClr val="028090"/>
            </a:solidFill>
            <a:round/>
          </a:ln>
        </p:spPr>
        <p:style>
          <a:lnRef idx="0"/>
          <a:fillRef idx="0"/>
          <a:effectRef idx="0"/>
          <a:fontRef idx="minor"/>
        </p:style>
      </p:sp>
      <p:sp>
        <p:nvSpPr>
          <p:cNvPr id="114" name="Text 15"/>
          <p:cNvSpPr/>
          <p:nvPr/>
        </p:nvSpPr>
        <p:spPr>
          <a:xfrm>
            <a:off x="1554480" y="3657600"/>
            <a:ext cx="329148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600" spc="-1" strike="noStrike">
                <a:solidFill>
                  <a:srgbClr val="2c3e50"/>
                </a:solidFill>
                <a:latin typeface="Courier New"/>
                <a:ea typeface="Courier New"/>
              </a:rPr>
              <a:t>Ruby</a:t>
            </a:r>
            <a:endParaRPr b="0" lang="en-IN" sz="1600" spc="-1" strike="noStrike">
              <a:latin typeface="Arial"/>
            </a:endParaRPr>
          </a:p>
        </p:txBody>
      </p:sp>
      <p:sp>
        <p:nvSpPr>
          <p:cNvPr id="115" name="Shape 16"/>
          <p:cNvSpPr/>
          <p:nvPr/>
        </p:nvSpPr>
        <p:spPr>
          <a:xfrm>
            <a:off x="5212080" y="3566160"/>
            <a:ext cx="1371240" cy="548280"/>
          </a:xfrm>
          <a:prstGeom prst="rect">
            <a:avLst/>
          </a:prstGeom>
          <a:solidFill>
            <a:srgbClr val="dddddd"/>
          </a:solidFill>
          <a:ln w="0">
            <a:noFill/>
          </a:ln>
        </p:spPr>
        <p:style>
          <a:lnRef idx="0"/>
          <a:fillRef idx="0"/>
          <a:effectRef idx="0"/>
          <a:fontRef idx="minor"/>
        </p:style>
      </p:sp>
      <p:sp>
        <p:nvSpPr>
          <p:cNvPr id="116" name="Text 17"/>
          <p:cNvSpPr/>
          <p:nvPr/>
        </p:nvSpPr>
        <p:spPr>
          <a:xfrm>
            <a:off x="5212080" y="3657600"/>
            <a:ext cx="137124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0" lang="en-US" sz="1300" spc="-1" strike="noStrike">
                <a:solidFill>
                  <a:srgbClr val="666666"/>
                </a:solidFill>
                <a:latin typeface="Arial"/>
                <a:ea typeface="Arial"/>
              </a:rPr>
              <a:t>Length: 4</a:t>
            </a:r>
            <a:endParaRPr b="0" lang="en-IN" sz="1300" spc="-1" strike="noStrike">
              <a:latin typeface="Arial"/>
            </a:endParaRPr>
          </a:p>
        </p:txBody>
      </p:sp>
      <p:sp>
        <p:nvSpPr>
          <p:cNvPr id="117" name="Shape 18"/>
          <p:cNvSpPr/>
          <p:nvPr/>
        </p:nvSpPr>
        <p:spPr>
          <a:xfrm>
            <a:off x="1980000" y="4297320"/>
            <a:ext cx="4571640" cy="548280"/>
          </a:xfrm>
          <a:prstGeom prst="rect">
            <a:avLst/>
          </a:prstGeom>
          <a:solidFill>
            <a:srgbClr val="27ae60"/>
          </a:solidFill>
          <a:ln w="38100">
            <a:solidFill>
              <a:srgbClr val="2c3e50"/>
            </a:solidFill>
            <a:round/>
          </a:ln>
        </p:spPr>
        <p:style>
          <a:lnRef idx="0"/>
          <a:fillRef idx="0"/>
          <a:effectRef idx="0"/>
          <a:fontRef idx="minor"/>
        </p:style>
        <p:txBody>
          <a:bodyPr lIns="90000" rIns="90000" tIns="45000" bIns="45000" anchor="t">
            <a:noAutofit/>
          </a:bodyPr>
          <a:p>
            <a:pPr algn="ctr">
              <a:lnSpc>
                <a:spcPct val="100000"/>
              </a:lnSpc>
              <a:buNone/>
              <a:tabLst>
                <a:tab algn="l" pos="0"/>
              </a:tabLst>
            </a:pPr>
            <a:r>
              <a:rPr b="1" lang="en-US" sz="2000" spc="-1" strike="noStrike">
                <a:solidFill>
                  <a:srgbClr val="ffffff"/>
                </a:solidFill>
                <a:latin typeface="Courier New"/>
                <a:ea typeface="Courier New"/>
              </a:rPr>
              <a:t>Winner: "JavaScript" (10)</a:t>
            </a:r>
            <a:endParaRPr b="0" lang="en-IN" sz="2000" spc="-1" strike="noStrike">
              <a:latin typeface="Arial"/>
            </a:endParaRPr>
          </a:p>
        </p:txBody>
      </p:sp>
      <p:sp>
        <p:nvSpPr>
          <p:cNvPr id="118" name="Text 19"/>
          <p:cNvSpPr/>
          <p:nvPr/>
        </p:nvSpPr>
        <p:spPr>
          <a:xfrm>
            <a:off x="2286000" y="3931920"/>
            <a:ext cx="457164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2000" spc="-1" strike="noStrike">
                <a:solidFill>
                  <a:srgbClr val="ffffff"/>
                </a:solidFill>
                <a:latin typeface="Courier New"/>
                <a:ea typeface="Courier New"/>
              </a:rPr>
              <a:t>Winner: "JavaScript" (10)</a:t>
            </a:r>
            <a:endParaRPr b="0" lang="en-IN" sz="2000"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19" name="Text 0"/>
          <p:cNvSpPr/>
          <p:nvPr/>
        </p:nvSpPr>
        <p:spPr>
          <a:xfrm>
            <a:off x="457200" y="274320"/>
            <a:ext cx="8229240" cy="4568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3600" spc="-1" strike="noStrike">
                <a:solidFill>
                  <a:srgbClr val="028090"/>
                </a:solidFill>
                <a:latin typeface="Arial"/>
                <a:ea typeface="Arial"/>
              </a:rPr>
              <a:t>Program 8 - Python Code</a:t>
            </a:r>
            <a:endParaRPr b="0" lang="en-IN" sz="3600" spc="-1" strike="noStrike">
              <a:latin typeface="Arial"/>
            </a:endParaRPr>
          </a:p>
        </p:txBody>
      </p:sp>
      <p:sp>
        <p:nvSpPr>
          <p:cNvPr id="120" name="Shape 1"/>
          <p:cNvSpPr/>
          <p:nvPr/>
        </p:nvSpPr>
        <p:spPr>
          <a:xfrm>
            <a:off x="731520" y="1005840"/>
            <a:ext cx="7680600" cy="3108600"/>
          </a:xfrm>
          <a:prstGeom prst="rect">
            <a:avLst/>
          </a:prstGeom>
          <a:solidFill>
            <a:srgbClr val="282c34"/>
          </a:solidFill>
          <a:ln w="0">
            <a:noFill/>
          </a:ln>
        </p:spPr>
        <p:style>
          <a:lnRef idx="0"/>
          <a:fillRef idx="0"/>
          <a:effectRef idx="0"/>
          <a:fontRef idx="minor"/>
        </p:style>
      </p:sp>
      <p:sp>
        <p:nvSpPr>
          <p:cNvPr id="121" name="Text 2"/>
          <p:cNvSpPr/>
          <p:nvPr/>
        </p:nvSpPr>
        <p:spPr>
          <a:xfrm>
            <a:off x="914400" y="1143000"/>
            <a:ext cx="7314840" cy="28342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000" spc="-1" strike="noStrike">
                <a:solidFill>
                  <a:srgbClr val="abb2bf"/>
                </a:solidFill>
                <a:latin typeface="Courier New"/>
                <a:ea typeface="Courier New"/>
              </a:rPr>
              <a:t># Function to find longest word in list</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def find_longest(word_list):</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r>
              <a:rPr b="0" lang="en-US" sz="1000" spc="-1" strike="noStrike">
                <a:solidFill>
                  <a:srgbClr val="abb2bf"/>
                </a:solidFill>
                <a:latin typeface="Courier New"/>
                <a:ea typeface="Courier New"/>
              </a:rPr>
              <a:t># Create list to store length-word pairs</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r>
              <a:rPr b="0" lang="en-US" sz="1000" spc="-1" strike="noStrike">
                <a:solidFill>
                  <a:srgbClr val="abb2bf"/>
                </a:solidFill>
                <a:latin typeface="Courier New"/>
                <a:ea typeface="Courier New"/>
              </a:rPr>
              <a:t>length_word_pairs = []</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r>
              <a:rPr b="0" lang="en-US" sz="1000" spc="-1" strike="noStrike">
                <a:solidFill>
                  <a:srgbClr val="abb2bf"/>
                </a:solidFill>
                <a:latin typeface="Courier New"/>
                <a:ea typeface="Courier New"/>
              </a:rPr>
              <a:t># Iterate through each word</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r>
              <a:rPr b="0" lang="en-US" sz="1000" spc="-1" strike="noStrike">
                <a:solidFill>
                  <a:srgbClr val="abb2bf"/>
                </a:solidFill>
                <a:latin typeface="Courier New"/>
                <a:ea typeface="Courier New"/>
              </a:rPr>
              <a:t>for word in word_list:</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r>
              <a:rPr b="0" lang="en-US" sz="1000" spc="-1" strike="noStrike">
                <a:solidFill>
                  <a:srgbClr val="abb2bf"/>
                </a:solidFill>
                <a:latin typeface="Courier New"/>
                <a:ea typeface="Courier New"/>
              </a:rPr>
              <a:t># Append tuple of (length, word)</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r>
              <a:rPr b="0" lang="en-US" sz="1000" spc="-1" strike="noStrike">
                <a:solidFill>
                  <a:srgbClr val="abb2bf"/>
                </a:solidFill>
                <a:latin typeface="Courier New"/>
                <a:ea typeface="Courier New"/>
              </a:rPr>
              <a:t>length_word_pairs.append((len(word), word))</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r>
              <a:rPr b="0" lang="en-US" sz="1000" spc="-1" strike="noStrike">
                <a:solidFill>
                  <a:srgbClr val="abb2bf"/>
                </a:solidFill>
                <a:latin typeface="Courier New"/>
                <a:ea typeface="Courier New"/>
              </a:rPr>
              <a:t># Sort by length (ascending)</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r>
              <a:rPr b="0" lang="en-US" sz="1000" spc="-1" strike="noStrike">
                <a:solidFill>
                  <a:srgbClr val="abb2bf"/>
                </a:solidFill>
                <a:latin typeface="Courier New"/>
                <a:ea typeface="Courier New"/>
              </a:rPr>
              <a:t>length_word_pairs.sort()</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r>
              <a:rPr b="0" lang="en-US" sz="1000" spc="-1" strike="noStrike">
                <a:solidFill>
                  <a:srgbClr val="abb2bf"/>
                </a:solidFill>
                <a:latin typeface="Courier New"/>
                <a:ea typeface="Courier New"/>
              </a:rPr>
              <a:t># Return length and word of longest (last item)</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a:t>
            </a:r>
            <a:r>
              <a:rPr b="0" lang="en-US" sz="1000" spc="-1" strike="noStrike">
                <a:solidFill>
                  <a:srgbClr val="abb2bf"/>
                </a:solidFill>
                <a:latin typeface="Courier New"/>
                <a:ea typeface="Courier New"/>
              </a:rPr>
              <a:t>return length_word_pairs[-1][0], length_word_pairs[-1][1]</a:t>
            </a:r>
            <a:endParaRPr b="0" lang="en-IN" sz="1000" spc="-1" strike="noStrike">
              <a:latin typeface="Arial"/>
            </a:endParaRPr>
          </a:p>
          <a:p>
            <a:pPr>
              <a:lnSpc>
                <a:spcPct val="100000"/>
              </a:lnSpc>
              <a:buNone/>
              <a:tabLst>
                <a:tab algn="l" pos="0"/>
              </a:tabLst>
            </a:pP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 Test function</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result = find_longest(["Python", "JavaScript", "C", "Ruby"])</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print("Longest word:", result[1])</a:t>
            </a:r>
            <a:endParaRPr b="0" lang="en-IN" sz="1000" spc="-1" strike="noStrike">
              <a:latin typeface="Arial"/>
            </a:endParaRPr>
          </a:p>
          <a:p>
            <a:pPr>
              <a:lnSpc>
                <a:spcPct val="100000"/>
              </a:lnSpc>
              <a:buNone/>
              <a:tabLst>
                <a:tab algn="l" pos="0"/>
              </a:tabLst>
            </a:pPr>
            <a:r>
              <a:rPr b="0" lang="en-US" sz="1000" spc="-1" strike="noStrike">
                <a:solidFill>
                  <a:srgbClr val="abb2bf"/>
                </a:solidFill>
                <a:latin typeface="Courier New"/>
                <a:ea typeface="Courier New"/>
              </a:rPr>
              <a:t>print("Length:", result[0])</a:t>
            </a:r>
            <a:endParaRPr b="0" lang="en-IN" sz="1000" spc="-1" strike="noStrike">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2" name="Text 0"/>
          <p:cNvSpPr/>
          <p:nvPr/>
        </p:nvSpPr>
        <p:spPr>
          <a:xfrm>
            <a:off x="457200" y="274320"/>
            <a:ext cx="8229240" cy="4568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3600" spc="-1" strike="noStrike">
                <a:solidFill>
                  <a:srgbClr val="028090"/>
                </a:solidFill>
                <a:latin typeface="Arial"/>
                <a:ea typeface="Arial"/>
              </a:rPr>
              <a:t>Program 8 - Output</a:t>
            </a:r>
            <a:endParaRPr b="0" lang="en-IN" sz="3600" spc="-1" strike="noStrike">
              <a:latin typeface="Arial"/>
            </a:endParaRPr>
          </a:p>
        </p:txBody>
      </p:sp>
      <p:sp>
        <p:nvSpPr>
          <p:cNvPr id="123" name="Shape 1"/>
          <p:cNvSpPr/>
          <p:nvPr/>
        </p:nvSpPr>
        <p:spPr>
          <a:xfrm>
            <a:off x="1828800" y="1645920"/>
            <a:ext cx="5486040" cy="1828440"/>
          </a:xfrm>
          <a:prstGeom prst="rect">
            <a:avLst/>
          </a:prstGeom>
          <a:solidFill>
            <a:srgbClr val="f5f5f5"/>
          </a:solidFill>
          <a:ln w="38100">
            <a:solidFill>
              <a:srgbClr val="02c39a"/>
            </a:solidFill>
            <a:round/>
          </a:ln>
        </p:spPr>
        <p:style>
          <a:lnRef idx="0"/>
          <a:fillRef idx="0"/>
          <a:effectRef idx="0"/>
          <a:fontRef idx="minor"/>
        </p:style>
      </p:sp>
      <p:sp>
        <p:nvSpPr>
          <p:cNvPr id="124" name="Text 2"/>
          <p:cNvSpPr/>
          <p:nvPr/>
        </p:nvSpPr>
        <p:spPr>
          <a:xfrm>
            <a:off x="2286000" y="1920240"/>
            <a:ext cx="457164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2000" spc="-1" strike="noStrike">
                <a:solidFill>
                  <a:srgbClr val="028090"/>
                </a:solidFill>
                <a:latin typeface="Arial"/>
                <a:ea typeface="Arial"/>
              </a:rPr>
              <a:t>Sample Output:</a:t>
            </a:r>
            <a:endParaRPr b="0" lang="en-IN" sz="2000" spc="-1" strike="noStrike">
              <a:latin typeface="Arial"/>
            </a:endParaRPr>
          </a:p>
        </p:txBody>
      </p:sp>
      <p:sp>
        <p:nvSpPr>
          <p:cNvPr id="125" name="Text 3"/>
          <p:cNvSpPr/>
          <p:nvPr/>
        </p:nvSpPr>
        <p:spPr>
          <a:xfrm>
            <a:off x="2286000" y="2468880"/>
            <a:ext cx="4571640" cy="7311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2400" spc="-1" strike="noStrike">
                <a:solidFill>
                  <a:srgbClr val="02c39a"/>
                </a:solidFill>
                <a:latin typeface="Courier New"/>
                <a:ea typeface="Courier New"/>
              </a:rPr>
              <a:t>Longest word: JavaScript</a:t>
            </a:r>
            <a:endParaRPr b="0" lang="en-IN" sz="2400" spc="-1" strike="noStrike">
              <a:latin typeface="Arial"/>
            </a:endParaRPr>
          </a:p>
          <a:p>
            <a:pPr>
              <a:lnSpc>
                <a:spcPct val="100000"/>
              </a:lnSpc>
              <a:buNone/>
              <a:tabLst>
                <a:tab algn="l" pos="0"/>
              </a:tabLst>
            </a:pPr>
            <a:r>
              <a:rPr b="1" lang="en-US" sz="2400" spc="-1" strike="noStrike">
                <a:solidFill>
                  <a:srgbClr val="02c39a"/>
                </a:solidFill>
                <a:latin typeface="Courier New"/>
                <a:ea typeface="Courier New"/>
              </a:rPr>
              <a:t>Length: 10</a:t>
            </a:r>
            <a:endParaRPr b="0" lang="en-IN" sz="2400" spc="-1" strike="noStrike">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26" name="Text 0"/>
          <p:cNvSpPr/>
          <p:nvPr/>
        </p:nvSpPr>
        <p:spPr>
          <a:xfrm>
            <a:off x="457200" y="274320"/>
            <a:ext cx="8229240" cy="4568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4000" spc="-1" strike="noStrike">
                <a:solidFill>
                  <a:srgbClr val="028090"/>
                </a:solidFill>
                <a:latin typeface="Arial"/>
                <a:ea typeface="Arial"/>
              </a:rPr>
              <a:t>Program 9</a:t>
            </a:r>
            <a:endParaRPr b="0" lang="en-IN" sz="4000" spc="-1" strike="noStrike">
              <a:latin typeface="Arial"/>
            </a:endParaRPr>
          </a:p>
        </p:txBody>
      </p:sp>
      <p:sp>
        <p:nvSpPr>
          <p:cNvPr id="127" name="Shape 1"/>
          <p:cNvSpPr/>
          <p:nvPr/>
        </p:nvSpPr>
        <p:spPr>
          <a:xfrm>
            <a:off x="457200" y="914400"/>
            <a:ext cx="8229240" cy="136800"/>
          </a:xfrm>
          <a:prstGeom prst="rect">
            <a:avLst/>
          </a:prstGeom>
          <a:solidFill>
            <a:srgbClr val="028090"/>
          </a:solidFill>
          <a:ln w="0">
            <a:noFill/>
          </a:ln>
        </p:spPr>
        <p:style>
          <a:lnRef idx="0"/>
          <a:fillRef idx="0"/>
          <a:effectRef idx="0"/>
          <a:fontRef idx="minor"/>
        </p:style>
      </p:sp>
      <p:sp>
        <p:nvSpPr>
          <p:cNvPr id="128" name="Text 2"/>
          <p:cNvSpPr/>
          <p:nvPr/>
        </p:nvSpPr>
        <p:spPr>
          <a:xfrm>
            <a:off x="457200" y="1280160"/>
            <a:ext cx="8229240" cy="5482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3200" spc="-1" strike="noStrike">
                <a:solidFill>
                  <a:srgbClr val="2c3e50"/>
                </a:solidFill>
                <a:latin typeface="Arial"/>
                <a:ea typeface="Arial"/>
              </a:rPr>
              <a:t>Remove nth Character from a String</a:t>
            </a:r>
            <a:endParaRPr b="0" lang="en-IN" sz="3200" spc="-1" strike="noStrike">
              <a:latin typeface="Arial"/>
            </a:endParaRPr>
          </a:p>
        </p:txBody>
      </p:sp>
      <p:sp>
        <p:nvSpPr>
          <p:cNvPr id="129" name="Shape 3"/>
          <p:cNvSpPr/>
          <p:nvPr/>
        </p:nvSpPr>
        <p:spPr>
          <a:xfrm>
            <a:off x="914400" y="2103120"/>
            <a:ext cx="7314840" cy="1645560"/>
          </a:xfrm>
          <a:prstGeom prst="rect">
            <a:avLst/>
          </a:prstGeom>
          <a:solidFill>
            <a:srgbClr val="f5f5f5"/>
          </a:solidFill>
          <a:ln w="25400">
            <a:solidFill>
              <a:srgbClr val="028090"/>
            </a:solidFill>
            <a:round/>
          </a:ln>
        </p:spPr>
        <p:style>
          <a:lnRef idx="0"/>
          <a:fillRef idx="0"/>
          <a:effectRef idx="0"/>
          <a:fontRef idx="minor"/>
        </p:style>
      </p:sp>
      <p:sp>
        <p:nvSpPr>
          <p:cNvPr id="130" name="Text 4"/>
          <p:cNvSpPr/>
          <p:nvPr/>
        </p:nvSpPr>
        <p:spPr>
          <a:xfrm>
            <a:off x="1188720" y="2286000"/>
            <a:ext cx="676620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800" spc="-1" strike="noStrike">
                <a:solidFill>
                  <a:srgbClr val="028090"/>
                </a:solidFill>
                <a:latin typeface="Arial"/>
                <a:ea typeface="Arial"/>
              </a:rPr>
              <a:t>Problem Statement:</a:t>
            </a:r>
            <a:endParaRPr b="0" lang="en-IN" sz="1800" spc="-1" strike="noStrike">
              <a:latin typeface="Arial"/>
            </a:endParaRPr>
          </a:p>
        </p:txBody>
      </p:sp>
      <p:sp>
        <p:nvSpPr>
          <p:cNvPr id="131" name="Text 5"/>
          <p:cNvSpPr/>
          <p:nvPr/>
        </p:nvSpPr>
        <p:spPr>
          <a:xfrm>
            <a:off x="1188720" y="2651760"/>
            <a:ext cx="6766200" cy="9140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600" spc="-1" strike="noStrike">
                <a:solidFill>
                  <a:srgbClr val="2c3e50"/>
                </a:solidFill>
                <a:latin typeface="Arial"/>
                <a:ea typeface="Arial"/>
              </a:rPr>
              <a:t>Write a Python program to remove the nth index character from a nonempty string.</a:t>
            </a:r>
            <a:endParaRPr b="0" lang="en-IN" sz="1600" spc="-1" strike="noStrike">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2" name="Text 0"/>
          <p:cNvSpPr/>
          <p:nvPr/>
        </p:nvSpPr>
        <p:spPr>
          <a:xfrm>
            <a:off x="457200" y="274320"/>
            <a:ext cx="8229240" cy="4568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3600" spc="-1" strike="noStrike">
                <a:solidFill>
                  <a:srgbClr val="028090"/>
                </a:solidFill>
                <a:latin typeface="Arial"/>
                <a:ea typeface="Arial"/>
              </a:rPr>
              <a:t>Program 9 - Visual Example</a:t>
            </a:r>
            <a:endParaRPr b="0" lang="en-IN" sz="3600" spc="-1" strike="noStrike">
              <a:latin typeface="Arial"/>
            </a:endParaRPr>
          </a:p>
        </p:txBody>
      </p:sp>
      <p:sp>
        <p:nvSpPr>
          <p:cNvPr id="133" name="Text 1"/>
          <p:cNvSpPr/>
          <p:nvPr/>
        </p:nvSpPr>
        <p:spPr>
          <a:xfrm>
            <a:off x="1371600" y="1097280"/>
            <a:ext cx="64004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600" spc="-1" strike="noStrike">
                <a:solidFill>
                  <a:srgbClr val="2c3e50"/>
                </a:solidFill>
                <a:latin typeface="Courier New"/>
                <a:ea typeface="Courier New"/>
              </a:rPr>
              <a:t>String: "Python"</a:t>
            </a:r>
            <a:endParaRPr b="0" lang="en-IN" sz="1600" spc="-1" strike="noStrike">
              <a:latin typeface="Arial"/>
            </a:endParaRPr>
          </a:p>
        </p:txBody>
      </p:sp>
      <p:sp>
        <p:nvSpPr>
          <p:cNvPr id="134" name="Text 2"/>
          <p:cNvSpPr/>
          <p:nvPr/>
        </p:nvSpPr>
        <p:spPr>
          <a:xfrm>
            <a:off x="2286000" y="1463040"/>
            <a:ext cx="548280" cy="2282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1200" spc="-1" strike="noStrike">
                <a:solidFill>
                  <a:srgbClr val="e67e22"/>
                </a:solidFill>
                <a:latin typeface="Arial"/>
                <a:ea typeface="Arial"/>
              </a:rPr>
              <a:t>0</a:t>
            </a:r>
            <a:endParaRPr b="0" lang="en-IN" sz="1200" spc="-1" strike="noStrike">
              <a:latin typeface="Arial"/>
            </a:endParaRPr>
          </a:p>
        </p:txBody>
      </p:sp>
      <p:sp>
        <p:nvSpPr>
          <p:cNvPr id="135" name="Text 3"/>
          <p:cNvSpPr/>
          <p:nvPr/>
        </p:nvSpPr>
        <p:spPr>
          <a:xfrm>
            <a:off x="2926080" y="1463040"/>
            <a:ext cx="548280" cy="2282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1200" spc="-1" strike="noStrike">
                <a:solidFill>
                  <a:srgbClr val="e67e22"/>
                </a:solidFill>
                <a:latin typeface="Arial"/>
                <a:ea typeface="Arial"/>
              </a:rPr>
              <a:t>1</a:t>
            </a:r>
            <a:endParaRPr b="0" lang="en-IN" sz="1200" spc="-1" strike="noStrike">
              <a:latin typeface="Arial"/>
            </a:endParaRPr>
          </a:p>
        </p:txBody>
      </p:sp>
      <p:sp>
        <p:nvSpPr>
          <p:cNvPr id="136" name="Text 4"/>
          <p:cNvSpPr/>
          <p:nvPr/>
        </p:nvSpPr>
        <p:spPr>
          <a:xfrm>
            <a:off x="3566160" y="1463040"/>
            <a:ext cx="548280" cy="2282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1200" spc="-1" strike="noStrike">
                <a:solidFill>
                  <a:srgbClr val="e67e22"/>
                </a:solidFill>
                <a:latin typeface="Arial"/>
                <a:ea typeface="Arial"/>
              </a:rPr>
              <a:t>2</a:t>
            </a:r>
            <a:endParaRPr b="0" lang="en-IN" sz="1200" spc="-1" strike="noStrike">
              <a:latin typeface="Arial"/>
            </a:endParaRPr>
          </a:p>
        </p:txBody>
      </p:sp>
      <p:sp>
        <p:nvSpPr>
          <p:cNvPr id="137" name="Text 5"/>
          <p:cNvSpPr/>
          <p:nvPr/>
        </p:nvSpPr>
        <p:spPr>
          <a:xfrm>
            <a:off x="4206240" y="1463040"/>
            <a:ext cx="548280" cy="2282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1200" spc="-1" strike="noStrike">
                <a:solidFill>
                  <a:srgbClr val="e67e22"/>
                </a:solidFill>
                <a:latin typeface="Arial"/>
                <a:ea typeface="Arial"/>
              </a:rPr>
              <a:t>3</a:t>
            </a:r>
            <a:endParaRPr b="0" lang="en-IN" sz="1200" spc="-1" strike="noStrike">
              <a:latin typeface="Arial"/>
            </a:endParaRPr>
          </a:p>
        </p:txBody>
      </p:sp>
      <p:sp>
        <p:nvSpPr>
          <p:cNvPr id="138" name="Text 6"/>
          <p:cNvSpPr/>
          <p:nvPr/>
        </p:nvSpPr>
        <p:spPr>
          <a:xfrm>
            <a:off x="4846320" y="1463040"/>
            <a:ext cx="548280" cy="2282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1200" spc="-1" strike="noStrike">
                <a:solidFill>
                  <a:srgbClr val="e67e22"/>
                </a:solidFill>
                <a:latin typeface="Arial"/>
                <a:ea typeface="Arial"/>
              </a:rPr>
              <a:t>4</a:t>
            </a:r>
            <a:endParaRPr b="0" lang="en-IN" sz="1200" spc="-1" strike="noStrike">
              <a:latin typeface="Arial"/>
            </a:endParaRPr>
          </a:p>
        </p:txBody>
      </p:sp>
      <p:sp>
        <p:nvSpPr>
          <p:cNvPr id="139" name="Text 7"/>
          <p:cNvSpPr/>
          <p:nvPr/>
        </p:nvSpPr>
        <p:spPr>
          <a:xfrm>
            <a:off x="5486400" y="1463040"/>
            <a:ext cx="548280" cy="2282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1200" spc="-1" strike="noStrike">
                <a:solidFill>
                  <a:srgbClr val="e67e22"/>
                </a:solidFill>
                <a:latin typeface="Arial"/>
                <a:ea typeface="Arial"/>
              </a:rPr>
              <a:t>5</a:t>
            </a:r>
            <a:endParaRPr b="0" lang="en-IN" sz="1200" spc="-1" strike="noStrike">
              <a:latin typeface="Arial"/>
            </a:endParaRPr>
          </a:p>
        </p:txBody>
      </p:sp>
      <p:sp>
        <p:nvSpPr>
          <p:cNvPr id="140" name="Shape 8"/>
          <p:cNvSpPr/>
          <p:nvPr/>
        </p:nvSpPr>
        <p:spPr>
          <a:xfrm>
            <a:off x="2286000" y="1737360"/>
            <a:ext cx="548280" cy="548280"/>
          </a:xfrm>
          <a:prstGeom prst="rect">
            <a:avLst/>
          </a:prstGeom>
          <a:solidFill>
            <a:srgbClr val="f5f5f5"/>
          </a:solidFill>
          <a:ln w="25400">
            <a:solidFill>
              <a:srgbClr val="028090"/>
            </a:solidFill>
            <a:round/>
          </a:ln>
        </p:spPr>
        <p:style>
          <a:lnRef idx="0"/>
          <a:fillRef idx="0"/>
          <a:effectRef idx="0"/>
          <a:fontRef idx="minor"/>
        </p:style>
      </p:sp>
      <p:sp>
        <p:nvSpPr>
          <p:cNvPr id="141" name="Text 9"/>
          <p:cNvSpPr/>
          <p:nvPr/>
        </p:nvSpPr>
        <p:spPr>
          <a:xfrm>
            <a:off x="2286000" y="1737360"/>
            <a:ext cx="54828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1800" spc="-1" strike="noStrike">
                <a:solidFill>
                  <a:srgbClr val="2c3e50"/>
                </a:solidFill>
                <a:latin typeface="Courier New"/>
                <a:ea typeface="Courier New"/>
              </a:rPr>
              <a:t>P</a:t>
            </a:r>
            <a:endParaRPr b="0" lang="en-IN" sz="1800" spc="-1" strike="noStrike">
              <a:latin typeface="Arial"/>
            </a:endParaRPr>
          </a:p>
        </p:txBody>
      </p:sp>
      <p:sp>
        <p:nvSpPr>
          <p:cNvPr id="142" name="Shape 10"/>
          <p:cNvSpPr/>
          <p:nvPr/>
        </p:nvSpPr>
        <p:spPr>
          <a:xfrm>
            <a:off x="2926080" y="1737360"/>
            <a:ext cx="548280" cy="548280"/>
          </a:xfrm>
          <a:prstGeom prst="rect">
            <a:avLst/>
          </a:prstGeom>
          <a:solidFill>
            <a:srgbClr val="f5f5f5"/>
          </a:solidFill>
          <a:ln w="25400">
            <a:solidFill>
              <a:srgbClr val="028090"/>
            </a:solidFill>
            <a:round/>
          </a:ln>
        </p:spPr>
        <p:style>
          <a:lnRef idx="0"/>
          <a:fillRef idx="0"/>
          <a:effectRef idx="0"/>
          <a:fontRef idx="minor"/>
        </p:style>
      </p:sp>
      <p:sp>
        <p:nvSpPr>
          <p:cNvPr id="143" name="Text 11"/>
          <p:cNvSpPr/>
          <p:nvPr/>
        </p:nvSpPr>
        <p:spPr>
          <a:xfrm>
            <a:off x="2926080" y="1737360"/>
            <a:ext cx="54828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1800" spc="-1" strike="noStrike">
                <a:solidFill>
                  <a:srgbClr val="2c3e50"/>
                </a:solidFill>
                <a:latin typeface="Courier New"/>
                <a:ea typeface="Courier New"/>
              </a:rPr>
              <a:t>y</a:t>
            </a:r>
            <a:endParaRPr b="0" lang="en-IN" sz="1800" spc="-1" strike="noStrike">
              <a:latin typeface="Arial"/>
            </a:endParaRPr>
          </a:p>
        </p:txBody>
      </p:sp>
      <p:sp>
        <p:nvSpPr>
          <p:cNvPr id="144" name="Shape 12"/>
          <p:cNvSpPr/>
          <p:nvPr/>
        </p:nvSpPr>
        <p:spPr>
          <a:xfrm>
            <a:off x="3566160" y="1737360"/>
            <a:ext cx="548280" cy="548280"/>
          </a:xfrm>
          <a:prstGeom prst="rect">
            <a:avLst/>
          </a:prstGeom>
          <a:solidFill>
            <a:srgbClr val="f5f5f5"/>
          </a:solidFill>
          <a:ln w="25400">
            <a:solidFill>
              <a:srgbClr val="028090"/>
            </a:solidFill>
            <a:round/>
          </a:ln>
        </p:spPr>
        <p:style>
          <a:lnRef idx="0"/>
          <a:fillRef idx="0"/>
          <a:effectRef idx="0"/>
          <a:fontRef idx="minor"/>
        </p:style>
      </p:sp>
      <p:sp>
        <p:nvSpPr>
          <p:cNvPr id="145" name="Text 13"/>
          <p:cNvSpPr/>
          <p:nvPr/>
        </p:nvSpPr>
        <p:spPr>
          <a:xfrm>
            <a:off x="3566160" y="1737360"/>
            <a:ext cx="54828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1800" spc="-1" strike="noStrike">
                <a:solidFill>
                  <a:srgbClr val="2c3e50"/>
                </a:solidFill>
                <a:latin typeface="Courier New"/>
                <a:ea typeface="Courier New"/>
              </a:rPr>
              <a:t>t</a:t>
            </a:r>
            <a:endParaRPr b="0" lang="en-IN" sz="1800" spc="-1" strike="noStrike">
              <a:latin typeface="Arial"/>
            </a:endParaRPr>
          </a:p>
        </p:txBody>
      </p:sp>
      <p:sp>
        <p:nvSpPr>
          <p:cNvPr id="146" name="Shape 14"/>
          <p:cNvSpPr/>
          <p:nvPr/>
        </p:nvSpPr>
        <p:spPr>
          <a:xfrm>
            <a:off x="4206240" y="1737360"/>
            <a:ext cx="548280" cy="548280"/>
          </a:xfrm>
          <a:prstGeom prst="rect">
            <a:avLst/>
          </a:prstGeom>
          <a:solidFill>
            <a:srgbClr val="f5f5f5"/>
          </a:solidFill>
          <a:ln w="25400">
            <a:solidFill>
              <a:srgbClr val="028090"/>
            </a:solidFill>
            <a:round/>
          </a:ln>
        </p:spPr>
        <p:style>
          <a:lnRef idx="0"/>
          <a:fillRef idx="0"/>
          <a:effectRef idx="0"/>
          <a:fontRef idx="minor"/>
        </p:style>
      </p:sp>
      <p:sp>
        <p:nvSpPr>
          <p:cNvPr id="147" name="Text 15"/>
          <p:cNvSpPr/>
          <p:nvPr/>
        </p:nvSpPr>
        <p:spPr>
          <a:xfrm>
            <a:off x="4206240" y="1737360"/>
            <a:ext cx="54828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1800" spc="-1" strike="noStrike">
                <a:solidFill>
                  <a:srgbClr val="2c3e50"/>
                </a:solidFill>
                <a:latin typeface="Courier New"/>
                <a:ea typeface="Courier New"/>
              </a:rPr>
              <a:t>h</a:t>
            </a:r>
            <a:endParaRPr b="0" lang="en-IN" sz="1800" spc="-1" strike="noStrike">
              <a:latin typeface="Arial"/>
            </a:endParaRPr>
          </a:p>
        </p:txBody>
      </p:sp>
      <p:sp>
        <p:nvSpPr>
          <p:cNvPr id="148" name="Shape 16"/>
          <p:cNvSpPr/>
          <p:nvPr/>
        </p:nvSpPr>
        <p:spPr>
          <a:xfrm>
            <a:off x="4846320" y="1737360"/>
            <a:ext cx="548280" cy="548280"/>
          </a:xfrm>
          <a:prstGeom prst="rect">
            <a:avLst/>
          </a:prstGeom>
          <a:solidFill>
            <a:srgbClr val="f5f5f5"/>
          </a:solidFill>
          <a:ln w="25400">
            <a:solidFill>
              <a:srgbClr val="028090"/>
            </a:solidFill>
            <a:round/>
          </a:ln>
        </p:spPr>
        <p:style>
          <a:lnRef idx="0"/>
          <a:fillRef idx="0"/>
          <a:effectRef idx="0"/>
          <a:fontRef idx="minor"/>
        </p:style>
      </p:sp>
      <p:sp>
        <p:nvSpPr>
          <p:cNvPr id="149" name="Text 17"/>
          <p:cNvSpPr/>
          <p:nvPr/>
        </p:nvSpPr>
        <p:spPr>
          <a:xfrm>
            <a:off x="4846320" y="1737360"/>
            <a:ext cx="54828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1800" spc="-1" strike="noStrike">
                <a:solidFill>
                  <a:srgbClr val="2c3e50"/>
                </a:solidFill>
                <a:latin typeface="Courier New"/>
                <a:ea typeface="Courier New"/>
              </a:rPr>
              <a:t>o</a:t>
            </a:r>
            <a:endParaRPr b="0" lang="en-IN" sz="1800" spc="-1" strike="noStrike">
              <a:latin typeface="Arial"/>
            </a:endParaRPr>
          </a:p>
        </p:txBody>
      </p:sp>
      <p:sp>
        <p:nvSpPr>
          <p:cNvPr id="150" name="Shape 18"/>
          <p:cNvSpPr/>
          <p:nvPr/>
        </p:nvSpPr>
        <p:spPr>
          <a:xfrm>
            <a:off x="5486400" y="1737360"/>
            <a:ext cx="548280" cy="548280"/>
          </a:xfrm>
          <a:prstGeom prst="rect">
            <a:avLst/>
          </a:prstGeom>
          <a:solidFill>
            <a:srgbClr val="f5f5f5"/>
          </a:solidFill>
          <a:ln w="25400">
            <a:solidFill>
              <a:srgbClr val="028090"/>
            </a:solidFill>
            <a:round/>
          </a:ln>
        </p:spPr>
        <p:style>
          <a:lnRef idx="0"/>
          <a:fillRef idx="0"/>
          <a:effectRef idx="0"/>
          <a:fontRef idx="minor"/>
        </p:style>
      </p:sp>
      <p:sp>
        <p:nvSpPr>
          <p:cNvPr id="151" name="Text 19"/>
          <p:cNvSpPr/>
          <p:nvPr/>
        </p:nvSpPr>
        <p:spPr>
          <a:xfrm>
            <a:off x="5486400" y="1737360"/>
            <a:ext cx="54828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1800" spc="-1" strike="noStrike">
                <a:solidFill>
                  <a:srgbClr val="2c3e50"/>
                </a:solidFill>
                <a:latin typeface="Courier New"/>
                <a:ea typeface="Courier New"/>
              </a:rPr>
              <a:t>n</a:t>
            </a:r>
            <a:endParaRPr b="0" lang="en-IN" sz="1800" spc="-1" strike="noStrike">
              <a:latin typeface="Arial"/>
            </a:endParaRPr>
          </a:p>
        </p:txBody>
      </p:sp>
      <p:sp>
        <p:nvSpPr>
          <p:cNvPr id="152" name="Shape 20"/>
          <p:cNvSpPr/>
          <p:nvPr/>
        </p:nvSpPr>
        <p:spPr>
          <a:xfrm>
            <a:off x="1371600" y="2560320"/>
            <a:ext cx="6400440" cy="456840"/>
          </a:xfrm>
          <a:prstGeom prst="rect">
            <a:avLst/>
          </a:prstGeom>
          <a:solidFill>
            <a:srgbClr val="ffebee"/>
          </a:solidFill>
          <a:ln w="12700">
            <a:solidFill>
              <a:srgbClr val="e74c3c"/>
            </a:solidFill>
            <a:round/>
          </a:ln>
        </p:spPr>
        <p:style>
          <a:lnRef idx="0"/>
          <a:fillRef idx="0"/>
          <a:effectRef idx="0"/>
          <a:fontRef idx="minor"/>
        </p:style>
      </p:sp>
      <p:sp>
        <p:nvSpPr>
          <p:cNvPr id="153" name="Text 21"/>
          <p:cNvSpPr/>
          <p:nvPr/>
        </p:nvSpPr>
        <p:spPr>
          <a:xfrm>
            <a:off x="1554480" y="2651760"/>
            <a:ext cx="603468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400" spc="-1" strike="noStrike">
                <a:solidFill>
                  <a:srgbClr val="2c3e50"/>
                </a:solidFill>
                <a:latin typeface="Courier New"/>
                <a:ea typeface="Courier New"/>
              </a:rPr>
              <a:t>Remove index 0: "Python" → "ython"</a:t>
            </a:r>
            <a:endParaRPr b="0" lang="en-IN" sz="1400" spc="-1" strike="noStrike">
              <a:latin typeface="Arial"/>
            </a:endParaRPr>
          </a:p>
        </p:txBody>
      </p:sp>
      <p:sp>
        <p:nvSpPr>
          <p:cNvPr id="154" name="Shape 22"/>
          <p:cNvSpPr/>
          <p:nvPr/>
        </p:nvSpPr>
        <p:spPr>
          <a:xfrm>
            <a:off x="1371600" y="3108960"/>
            <a:ext cx="6400440" cy="456840"/>
          </a:xfrm>
          <a:prstGeom prst="rect">
            <a:avLst/>
          </a:prstGeom>
          <a:solidFill>
            <a:srgbClr val="ffebee"/>
          </a:solidFill>
          <a:ln w="12700">
            <a:solidFill>
              <a:srgbClr val="e74c3c"/>
            </a:solidFill>
            <a:round/>
          </a:ln>
        </p:spPr>
        <p:style>
          <a:lnRef idx="0"/>
          <a:fillRef idx="0"/>
          <a:effectRef idx="0"/>
          <a:fontRef idx="minor"/>
        </p:style>
      </p:sp>
      <p:sp>
        <p:nvSpPr>
          <p:cNvPr id="155" name="Text 23"/>
          <p:cNvSpPr/>
          <p:nvPr/>
        </p:nvSpPr>
        <p:spPr>
          <a:xfrm>
            <a:off x="1554480" y="3200400"/>
            <a:ext cx="603468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400" spc="-1" strike="noStrike">
                <a:solidFill>
                  <a:srgbClr val="2c3e50"/>
                </a:solidFill>
                <a:latin typeface="Courier New"/>
                <a:ea typeface="Courier New"/>
              </a:rPr>
              <a:t>Remove index 3: "Python" → "Pyton"</a:t>
            </a:r>
            <a:endParaRPr b="0" lang="en-IN" sz="1400" spc="-1" strike="noStrike">
              <a:latin typeface="Arial"/>
            </a:endParaRPr>
          </a:p>
        </p:txBody>
      </p:sp>
      <p:sp>
        <p:nvSpPr>
          <p:cNvPr id="156" name="Shape 24"/>
          <p:cNvSpPr/>
          <p:nvPr/>
        </p:nvSpPr>
        <p:spPr>
          <a:xfrm>
            <a:off x="1371600" y="3657600"/>
            <a:ext cx="6400440" cy="456840"/>
          </a:xfrm>
          <a:prstGeom prst="rect">
            <a:avLst/>
          </a:prstGeom>
          <a:solidFill>
            <a:srgbClr val="ffebee"/>
          </a:solidFill>
          <a:ln w="12700">
            <a:solidFill>
              <a:srgbClr val="e74c3c"/>
            </a:solidFill>
            <a:round/>
          </a:ln>
        </p:spPr>
        <p:style>
          <a:lnRef idx="0"/>
          <a:fillRef idx="0"/>
          <a:effectRef idx="0"/>
          <a:fontRef idx="minor"/>
        </p:style>
      </p:sp>
      <p:sp>
        <p:nvSpPr>
          <p:cNvPr id="157" name="Text 25"/>
          <p:cNvSpPr/>
          <p:nvPr/>
        </p:nvSpPr>
        <p:spPr>
          <a:xfrm>
            <a:off x="1554480" y="3749040"/>
            <a:ext cx="603468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400" spc="-1" strike="noStrike">
                <a:solidFill>
                  <a:srgbClr val="2c3e50"/>
                </a:solidFill>
                <a:latin typeface="Courier New"/>
                <a:ea typeface="Courier New"/>
              </a:rPr>
              <a:t>Remove index 5: "Python" → "Pytho"</a:t>
            </a:r>
            <a:endParaRPr b="0" lang="en-IN" sz="1400" spc="-1" strike="noStrike">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58" name="Text 0"/>
          <p:cNvSpPr/>
          <p:nvPr/>
        </p:nvSpPr>
        <p:spPr>
          <a:xfrm>
            <a:off x="457200" y="274320"/>
            <a:ext cx="8229240" cy="4568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3600" spc="-1" strike="noStrike">
                <a:solidFill>
                  <a:srgbClr val="028090"/>
                </a:solidFill>
                <a:latin typeface="Arial"/>
                <a:ea typeface="Arial"/>
              </a:rPr>
              <a:t>Program 9 - Python Code</a:t>
            </a:r>
            <a:endParaRPr b="0" lang="en-IN" sz="3600" spc="-1" strike="noStrike">
              <a:latin typeface="Arial"/>
            </a:endParaRPr>
          </a:p>
        </p:txBody>
      </p:sp>
      <p:sp>
        <p:nvSpPr>
          <p:cNvPr id="159" name="Shape 1"/>
          <p:cNvSpPr/>
          <p:nvPr/>
        </p:nvSpPr>
        <p:spPr>
          <a:xfrm>
            <a:off x="731520" y="1005840"/>
            <a:ext cx="7680600" cy="3108600"/>
          </a:xfrm>
          <a:prstGeom prst="rect">
            <a:avLst/>
          </a:prstGeom>
          <a:solidFill>
            <a:srgbClr val="282c34"/>
          </a:solidFill>
          <a:ln w="0">
            <a:noFill/>
          </a:ln>
        </p:spPr>
        <p:style>
          <a:lnRef idx="0"/>
          <a:fillRef idx="0"/>
          <a:effectRef idx="0"/>
          <a:fontRef idx="minor"/>
        </p:style>
      </p:sp>
      <p:sp>
        <p:nvSpPr>
          <p:cNvPr id="160" name="Text 2"/>
          <p:cNvSpPr/>
          <p:nvPr/>
        </p:nvSpPr>
        <p:spPr>
          <a:xfrm>
            <a:off x="914400" y="1143000"/>
            <a:ext cx="7314840" cy="28342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200" spc="-1" strike="noStrike">
                <a:solidFill>
                  <a:srgbClr val="abb2bf"/>
                </a:solidFill>
                <a:latin typeface="Courier New"/>
                <a:ea typeface="Courier New"/>
              </a:rPr>
              <a:t># Function to remove character at index n</a:t>
            </a:r>
            <a:endParaRPr b="0" lang="en-IN" sz="1200" spc="-1" strike="noStrike">
              <a:latin typeface="Arial"/>
            </a:endParaRPr>
          </a:p>
          <a:p>
            <a:pPr>
              <a:lnSpc>
                <a:spcPct val="100000"/>
              </a:lnSpc>
              <a:buNone/>
              <a:tabLst>
                <a:tab algn="l" pos="0"/>
              </a:tabLst>
            </a:pPr>
            <a:r>
              <a:rPr b="0" lang="en-US" sz="1200" spc="-1" strike="noStrike">
                <a:solidFill>
                  <a:srgbClr val="abb2bf"/>
                </a:solidFill>
                <a:latin typeface="Courier New"/>
                <a:ea typeface="Courier New"/>
              </a:rPr>
              <a:t>def remove_character(text, n):</a:t>
            </a:r>
            <a:endParaRPr b="0" lang="en-IN" sz="1200" spc="-1" strike="noStrike">
              <a:latin typeface="Arial"/>
            </a:endParaRPr>
          </a:p>
          <a:p>
            <a:pPr>
              <a:lnSpc>
                <a:spcPct val="100000"/>
              </a:lnSpc>
              <a:buNone/>
              <a:tabLst>
                <a:tab algn="l" pos="0"/>
              </a:tabLst>
            </a:pPr>
            <a:r>
              <a:rPr b="0" lang="en-US" sz="1200" spc="-1" strike="noStrike">
                <a:solidFill>
                  <a:srgbClr val="abb2bf"/>
                </a:solidFill>
                <a:latin typeface="Courier New"/>
                <a:ea typeface="Courier New"/>
              </a:rPr>
              <a:t>    </a:t>
            </a:r>
            <a:r>
              <a:rPr b="0" lang="en-US" sz="1200" spc="-1" strike="noStrike">
                <a:solidFill>
                  <a:srgbClr val="abb2bf"/>
                </a:solidFill>
                <a:latin typeface="Courier New"/>
                <a:ea typeface="Courier New"/>
              </a:rPr>
              <a:t># Get part before index n</a:t>
            </a:r>
            <a:endParaRPr b="0" lang="en-IN" sz="1200" spc="-1" strike="noStrike">
              <a:latin typeface="Arial"/>
            </a:endParaRPr>
          </a:p>
          <a:p>
            <a:pPr>
              <a:lnSpc>
                <a:spcPct val="100000"/>
              </a:lnSpc>
              <a:buNone/>
              <a:tabLst>
                <a:tab algn="l" pos="0"/>
              </a:tabLst>
            </a:pPr>
            <a:r>
              <a:rPr b="0" lang="en-US" sz="1200" spc="-1" strike="noStrike">
                <a:solidFill>
                  <a:srgbClr val="abb2bf"/>
                </a:solidFill>
                <a:latin typeface="Courier New"/>
                <a:ea typeface="Courier New"/>
              </a:rPr>
              <a:t>    </a:t>
            </a:r>
            <a:r>
              <a:rPr b="0" lang="en-US" sz="1200" spc="-1" strike="noStrike">
                <a:solidFill>
                  <a:srgbClr val="abb2bf"/>
                </a:solidFill>
                <a:latin typeface="Courier New"/>
                <a:ea typeface="Courier New"/>
              </a:rPr>
              <a:t>first_part = text[:n]</a:t>
            </a:r>
            <a:endParaRPr b="0" lang="en-IN" sz="1200" spc="-1" strike="noStrike">
              <a:latin typeface="Arial"/>
            </a:endParaRPr>
          </a:p>
          <a:p>
            <a:pPr>
              <a:lnSpc>
                <a:spcPct val="100000"/>
              </a:lnSpc>
              <a:buNone/>
              <a:tabLst>
                <a:tab algn="l" pos="0"/>
              </a:tabLst>
            </a:pPr>
            <a:r>
              <a:rPr b="0" lang="en-US" sz="1200" spc="-1" strike="noStrike">
                <a:solidFill>
                  <a:srgbClr val="abb2bf"/>
                </a:solidFill>
                <a:latin typeface="Courier New"/>
                <a:ea typeface="Courier New"/>
              </a:rPr>
              <a:t>    </a:t>
            </a:r>
            <a:endParaRPr b="0" lang="en-IN" sz="1200" spc="-1" strike="noStrike">
              <a:latin typeface="Arial"/>
            </a:endParaRPr>
          </a:p>
          <a:p>
            <a:pPr>
              <a:lnSpc>
                <a:spcPct val="100000"/>
              </a:lnSpc>
              <a:buNone/>
              <a:tabLst>
                <a:tab algn="l" pos="0"/>
              </a:tabLst>
            </a:pPr>
            <a:r>
              <a:rPr b="0" lang="en-US" sz="1200" spc="-1" strike="noStrike">
                <a:solidFill>
                  <a:srgbClr val="abb2bf"/>
                </a:solidFill>
                <a:latin typeface="Courier New"/>
                <a:ea typeface="Courier New"/>
              </a:rPr>
              <a:t>    </a:t>
            </a:r>
            <a:r>
              <a:rPr b="0" lang="en-US" sz="1200" spc="-1" strike="noStrike">
                <a:solidFill>
                  <a:srgbClr val="abb2bf"/>
                </a:solidFill>
                <a:latin typeface="Courier New"/>
                <a:ea typeface="Courier New"/>
              </a:rPr>
              <a:t># Get part after index n</a:t>
            </a:r>
            <a:endParaRPr b="0" lang="en-IN" sz="1200" spc="-1" strike="noStrike">
              <a:latin typeface="Arial"/>
            </a:endParaRPr>
          </a:p>
          <a:p>
            <a:pPr>
              <a:lnSpc>
                <a:spcPct val="100000"/>
              </a:lnSpc>
              <a:buNone/>
              <a:tabLst>
                <a:tab algn="l" pos="0"/>
              </a:tabLst>
            </a:pPr>
            <a:r>
              <a:rPr b="0" lang="en-US" sz="1200" spc="-1" strike="noStrike">
                <a:solidFill>
                  <a:srgbClr val="abb2bf"/>
                </a:solidFill>
                <a:latin typeface="Courier New"/>
                <a:ea typeface="Courier New"/>
              </a:rPr>
              <a:t>    </a:t>
            </a:r>
            <a:r>
              <a:rPr b="0" lang="en-US" sz="1200" spc="-1" strike="noStrike">
                <a:solidFill>
                  <a:srgbClr val="abb2bf"/>
                </a:solidFill>
                <a:latin typeface="Courier New"/>
                <a:ea typeface="Courier New"/>
              </a:rPr>
              <a:t>second_part = text[n+1:]</a:t>
            </a:r>
            <a:endParaRPr b="0" lang="en-IN" sz="1200" spc="-1" strike="noStrike">
              <a:latin typeface="Arial"/>
            </a:endParaRPr>
          </a:p>
          <a:p>
            <a:pPr>
              <a:lnSpc>
                <a:spcPct val="100000"/>
              </a:lnSpc>
              <a:buNone/>
              <a:tabLst>
                <a:tab algn="l" pos="0"/>
              </a:tabLst>
            </a:pPr>
            <a:r>
              <a:rPr b="0" lang="en-US" sz="1200" spc="-1" strike="noStrike">
                <a:solidFill>
                  <a:srgbClr val="abb2bf"/>
                </a:solidFill>
                <a:latin typeface="Courier New"/>
                <a:ea typeface="Courier New"/>
              </a:rPr>
              <a:t>    </a:t>
            </a:r>
            <a:endParaRPr b="0" lang="en-IN" sz="1200" spc="-1" strike="noStrike">
              <a:latin typeface="Arial"/>
            </a:endParaRPr>
          </a:p>
          <a:p>
            <a:pPr>
              <a:lnSpc>
                <a:spcPct val="100000"/>
              </a:lnSpc>
              <a:buNone/>
              <a:tabLst>
                <a:tab algn="l" pos="0"/>
              </a:tabLst>
            </a:pPr>
            <a:r>
              <a:rPr b="0" lang="en-US" sz="1200" spc="-1" strike="noStrike">
                <a:solidFill>
                  <a:srgbClr val="abb2bf"/>
                </a:solidFill>
                <a:latin typeface="Courier New"/>
                <a:ea typeface="Courier New"/>
              </a:rPr>
              <a:t>    </a:t>
            </a:r>
            <a:r>
              <a:rPr b="0" lang="en-US" sz="1200" spc="-1" strike="noStrike">
                <a:solidFill>
                  <a:srgbClr val="abb2bf"/>
                </a:solidFill>
                <a:latin typeface="Courier New"/>
                <a:ea typeface="Courier New"/>
              </a:rPr>
              <a:t># Return concatenated parts (skipping character at n)</a:t>
            </a:r>
            <a:endParaRPr b="0" lang="en-IN" sz="1200" spc="-1" strike="noStrike">
              <a:latin typeface="Arial"/>
            </a:endParaRPr>
          </a:p>
          <a:p>
            <a:pPr>
              <a:lnSpc>
                <a:spcPct val="100000"/>
              </a:lnSpc>
              <a:buNone/>
              <a:tabLst>
                <a:tab algn="l" pos="0"/>
              </a:tabLst>
            </a:pPr>
            <a:r>
              <a:rPr b="0" lang="en-US" sz="1200" spc="-1" strike="noStrike">
                <a:solidFill>
                  <a:srgbClr val="abb2bf"/>
                </a:solidFill>
                <a:latin typeface="Courier New"/>
                <a:ea typeface="Courier New"/>
              </a:rPr>
              <a:t>    </a:t>
            </a:r>
            <a:r>
              <a:rPr b="0" lang="en-US" sz="1200" spc="-1" strike="noStrike">
                <a:solidFill>
                  <a:srgbClr val="abb2bf"/>
                </a:solidFill>
                <a:latin typeface="Courier New"/>
                <a:ea typeface="Courier New"/>
              </a:rPr>
              <a:t>return first_part + second_part</a:t>
            </a:r>
            <a:endParaRPr b="0" lang="en-IN" sz="1200" spc="-1" strike="noStrike">
              <a:latin typeface="Arial"/>
            </a:endParaRPr>
          </a:p>
          <a:p>
            <a:pPr>
              <a:lnSpc>
                <a:spcPct val="100000"/>
              </a:lnSpc>
              <a:buNone/>
              <a:tabLst>
                <a:tab algn="l" pos="0"/>
              </a:tabLst>
            </a:pPr>
            <a:endParaRPr b="0" lang="en-IN" sz="1200" spc="-1" strike="noStrike">
              <a:latin typeface="Arial"/>
            </a:endParaRPr>
          </a:p>
          <a:p>
            <a:pPr>
              <a:lnSpc>
                <a:spcPct val="100000"/>
              </a:lnSpc>
              <a:buNone/>
              <a:tabLst>
                <a:tab algn="l" pos="0"/>
              </a:tabLst>
            </a:pPr>
            <a:r>
              <a:rPr b="0" lang="en-US" sz="1200" spc="-1" strike="noStrike">
                <a:solidFill>
                  <a:srgbClr val="abb2bf"/>
                </a:solidFill>
                <a:latin typeface="Courier New"/>
                <a:ea typeface="Courier New"/>
              </a:rPr>
              <a:t># Test function</a:t>
            </a:r>
            <a:endParaRPr b="0" lang="en-IN" sz="1200" spc="-1" strike="noStrike">
              <a:latin typeface="Arial"/>
            </a:endParaRPr>
          </a:p>
          <a:p>
            <a:pPr>
              <a:lnSpc>
                <a:spcPct val="100000"/>
              </a:lnSpc>
              <a:buNone/>
              <a:tabLst>
                <a:tab algn="l" pos="0"/>
              </a:tabLst>
            </a:pPr>
            <a:r>
              <a:rPr b="0" lang="en-US" sz="1200" spc="-1" strike="noStrike">
                <a:solidFill>
                  <a:srgbClr val="abb2bf"/>
                </a:solidFill>
                <a:latin typeface="Courier New"/>
                <a:ea typeface="Courier New"/>
              </a:rPr>
              <a:t>print(remove_character('Python', 0))  # ython</a:t>
            </a:r>
            <a:endParaRPr b="0" lang="en-IN" sz="1200" spc="-1" strike="noStrike">
              <a:latin typeface="Arial"/>
            </a:endParaRPr>
          </a:p>
          <a:p>
            <a:pPr>
              <a:lnSpc>
                <a:spcPct val="100000"/>
              </a:lnSpc>
              <a:buNone/>
              <a:tabLst>
                <a:tab algn="l" pos="0"/>
              </a:tabLst>
            </a:pPr>
            <a:r>
              <a:rPr b="0" lang="en-US" sz="1200" spc="-1" strike="noStrike">
                <a:solidFill>
                  <a:srgbClr val="abb2bf"/>
                </a:solidFill>
                <a:latin typeface="Courier New"/>
                <a:ea typeface="Courier New"/>
              </a:rPr>
              <a:t>print(remove_character('Python', 3))  # Pyton</a:t>
            </a:r>
            <a:endParaRPr b="0" lang="en-IN" sz="1200" spc="-1" strike="noStrike">
              <a:latin typeface="Arial"/>
            </a:endParaRPr>
          </a:p>
          <a:p>
            <a:pPr>
              <a:lnSpc>
                <a:spcPct val="100000"/>
              </a:lnSpc>
              <a:buNone/>
              <a:tabLst>
                <a:tab algn="l" pos="0"/>
              </a:tabLst>
            </a:pPr>
            <a:r>
              <a:rPr b="0" lang="en-US" sz="1200" spc="-1" strike="noStrike">
                <a:solidFill>
                  <a:srgbClr val="abb2bf"/>
                </a:solidFill>
                <a:latin typeface="Courier New"/>
                <a:ea typeface="Courier New"/>
              </a:rPr>
              <a:t>print(remove_character('Python', 5))  # Pytho</a:t>
            </a:r>
            <a:endParaRPr b="0" lang="en-IN" sz="120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1" name="Text 0"/>
          <p:cNvSpPr/>
          <p:nvPr/>
        </p:nvSpPr>
        <p:spPr>
          <a:xfrm>
            <a:off x="457200" y="274320"/>
            <a:ext cx="8229240" cy="4568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3600" spc="-1" strike="noStrike">
                <a:solidFill>
                  <a:srgbClr val="028090"/>
                </a:solidFill>
                <a:latin typeface="Arial"/>
                <a:ea typeface="Arial"/>
              </a:rPr>
              <a:t>Program 9 - Output</a:t>
            </a:r>
            <a:endParaRPr b="0" lang="en-IN" sz="3600" spc="-1" strike="noStrike">
              <a:latin typeface="Arial"/>
            </a:endParaRPr>
          </a:p>
        </p:txBody>
      </p:sp>
      <p:sp>
        <p:nvSpPr>
          <p:cNvPr id="162" name="Shape 1"/>
          <p:cNvSpPr/>
          <p:nvPr/>
        </p:nvSpPr>
        <p:spPr>
          <a:xfrm>
            <a:off x="1828800" y="1645920"/>
            <a:ext cx="5486040" cy="1828440"/>
          </a:xfrm>
          <a:prstGeom prst="rect">
            <a:avLst/>
          </a:prstGeom>
          <a:solidFill>
            <a:srgbClr val="f5f5f5"/>
          </a:solidFill>
          <a:ln w="38100">
            <a:solidFill>
              <a:srgbClr val="02c39a"/>
            </a:solidFill>
            <a:round/>
          </a:ln>
        </p:spPr>
        <p:style>
          <a:lnRef idx="0"/>
          <a:fillRef idx="0"/>
          <a:effectRef idx="0"/>
          <a:fontRef idx="minor"/>
        </p:style>
      </p:sp>
      <p:sp>
        <p:nvSpPr>
          <p:cNvPr id="163" name="Text 2"/>
          <p:cNvSpPr/>
          <p:nvPr/>
        </p:nvSpPr>
        <p:spPr>
          <a:xfrm>
            <a:off x="2286000" y="1920240"/>
            <a:ext cx="457164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2000" spc="-1" strike="noStrike">
                <a:solidFill>
                  <a:srgbClr val="028090"/>
                </a:solidFill>
                <a:latin typeface="Arial"/>
                <a:ea typeface="Arial"/>
              </a:rPr>
              <a:t>Sample Output:</a:t>
            </a:r>
            <a:endParaRPr b="0" lang="en-IN" sz="2000" spc="-1" strike="noStrike">
              <a:latin typeface="Arial"/>
            </a:endParaRPr>
          </a:p>
        </p:txBody>
      </p:sp>
      <p:sp>
        <p:nvSpPr>
          <p:cNvPr id="164" name="Text 3"/>
          <p:cNvSpPr/>
          <p:nvPr/>
        </p:nvSpPr>
        <p:spPr>
          <a:xfrm>
            <a:off x="2286000" y="2468880"/>
            <a:ext cx="4571640" cy="8226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2800" spc="-1" strike="noStrike">
                <a:solidFill>
                  <a:srgbClr val="02c39a"/>
                </a:solidFill>
                <a:latin typeface="Courier New"/>
                <a:ea typeface="Courier New"/>
              </a:rPr>
              <a:t>ython</a:t>
            </a:r>
            <a:endParaRPr b="0" lang="en-IN" sz="2800" spc="-1" strike="noStrike">
              <a:latin typeface="Arial"/>
            </a:endParaRPr>
          </a:p>
          <a:p>
            <a:pPr>
              <a:lnSpc>
                <a:spcPct val="100000"/>
              </a:lnSpc>
              <a:buNone/>
              <a:tabLst>
                <a:tab algn="l" pos="0"/>
              </a:tabLst>
            </a:pPr>
            <a:r>
              <a:rPr b="1" lang="en-US" sz="2800" spc="-1" strike="noStrike">
                <a:solidFill>
                  <a:srgbClr val="02c39a"/>
                </a:solidFill>
                <a:latin typeface="Courier New"/>
                <a:ea typeface="Courier New"/>
              </a:rPr>
              <a:t>Pyton</a:t>
            </a:r>
            <a:endParaRPr b="0" lang="en-IN" sz="2800" spc="-1" strike="noStrike">
              <a:latin typeface="Arial"/>
            </a:endParaRPr>
          </a:p>
          <a:p>
            <a:pPr>
              <a:lnSpc>
                <a:spcPct val="100000"/>
              </a:lnSpc>
              <a:buNone/>
              <a:tabLst>
                <a:tab algn="l" pos="0"/>
              </a:tabLst>
            </a:pPr>
            <a:r>
              <a:rPr b="1" lang="en-US" sz="2800" spc="-1" strike="noStrike">
                <a:solidFill>
                  <a:srgbClr val="02c39a"/>
                </a:solidFill>
                <a:latin typeface="Courier New"/>
                <a:ea typeface="Courier New"/>
              </a:rPr>
              <a:t>Pytho</a:t>
            </a:r>
            <a:endParaRPr b="0" lang="en-IN" sz="280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65" name="Text 0"/>
          <p:cNvSpPr/>
          <p:nvPr/>
        </p:nvSpPr>
        <p:spPr>
          <a:xfrm>
            <a:off x="457200" y="274320"/>
            <a:ext cx="8229240" cy="4568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4000" spc="-1" strike="noStrike">
                <a:solidFill>
                  <a:srgbClr val="028090"/>
                </a:solidFill>
                <a:latin typeface="Arial"/>
                <a:ea typeface="Arial"/>
              </a:rPr>
              <a:t>Program 10</a:t>
            </a:r>
            <a:endParaRPr b="0" lang="en-IN" sz="4000" spc="-1" strike="noStrike">
              <a:latin typeface="Arial"/>
            </a:endParaRPr>
          </a:p>
        </p:txBody>
      </p:sp>
      <p:sp>
        <p:nvSpPr>
          <p:cNvPr id="166" name="Shape 1"/>
          <p:cNvSpPr/>
          <p:nvPr/>
        </p:nvSpPr>
        <p:spPr>
          <a:xfrm>
            <a:off x="457200" y="914400"/>
            <a:ext cx="8229240" cy="136800"/>
          </a:xfrm>
          <a:prstGeom prst="rect">
            <a:avLst/>
          </a:prstGeom>
          <a:solidFill>
            <a:srgbClr val="028090"/>
          </a:solidFill>
          <a:ln w="0">
            <a:noFill/>
          </a:ln>
        </p:spPr>
        <p:style>
          <a:lnRef idx="0"/>
          <a:fillRef idx="0"/>
          <a:effectRef idx="0"/>
          <a:fontRef idx="minor"/>
        </p:style>
      </p:sp>
      <p:sp>
        <p:nvSpPr>
          <p:cNvPr id="167" name="Text 2"/>
          <p:cNvSpPr/>
          <p:nvPr/>
        </p:nvSpPr>
        <p:spPr>
          <a:xfrm>
            <a:off x="457200" y="1280160"/>
            <a:ext cx="8229240" cy="5482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3200" spc="-1" strike="noStrike">
                <a:solidFill>
                  <a:srgbClr val="2c3e50"/>
                </a:solidFill>
                <a:latin typeface="Arial"/>
                <a:ea typeface="Arial"/>
              </a:rPr>
              <a:t>Swap First and Last Characters</a:t>
            </a:r>
            <a:endParaRPr b="0" lang="en-IN" sz="3200" spc="-1" strike="noStrike">
              <a:latin typeface="Arial"/>
            </a:endParaRPr>
          </a:p>
        </p:txBody>
      </p:sp>
      <p:sp>
        <p:nvSpPr>
          <p:cNvPr id="168" name="Shape 3"/>
          <p:cNvSpPr/>
          <p:nvPr/>
        </p:nvSpPr>
        <p:spPr>
          <a:xfrm>
            <a:off x="914400" y="2103120"/>
            <a:ext cx="7314840" cy="1645560"/>
          </a:xfrm>
          <a:prstGeom prst="rect">
            <a:avLst/>
          </a:prstGeom>
          <a:solidFill>
            <a:srgbClr val="f5f5f5"/>
          </a:solidFill>
          <a:ln w="25400">
            <a:solidFill>
              <a:srgbClr val="028090"/>
            </a:solidFill>
            <a:round/>
          </a:ln>
        </p:spPr>
        <p:style>
          <a:lnRef idx="0"/>
          <a:fillRef idx="0"/>
          <a:effectRef idx="0"/>
          <a:fontRef idx="minor"/>
        </p:style>
      </p:sp>
      <p:sp>
        <p:nvSpPr>
          <p:cNvPr id="169" name="Text 4"/>
          <p:cNvSpPr/>
          <p:nvPr/>
        </p:nvSpPr>
        <p:spPr>
          <a:xfrm>
            <a:off x="1188720" y="2286000"/>
            <a:ext cx="676620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800" spc="-1" strike="noStrike">
                <a:solidFill>
                  <a:srgbClr val="028090"/>
                </a:solidFill>
                <a:latin typeface="Arial"/>
                <a:ea typeface="Arial"/>
              </a:rPr>
              <a:t>Problem Statement:</a:t>
            </a:r>
            <a:endParaRPr b="0" lang="en-IN" sz="1800" spc="-1" strike="noStrike">
              <a:latin typeface="Arial"/>
            </a:endParaRPr>
          </a:p>
        </p:txBody>
      </p:sp>
      <p:sp>
        <p:nvSpPr>
          <p:cNvPr id="170" name="Text 5"/>
          <p:cNvSpPr/>
          <p:nvPr/>
        </p:nvSpPr>
        <p:spPr>
          <a:xfrm>
            <a:off x="1188720" y="2651760"/>
            <a:ext cx="6766200" cy="9140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600" spc="-1" strike="noStrike">
                <a:solidFill>
                  <a:srgbClr val="2c3e50"/>
                </a:solidFill>
                <a:latin typeface="Arial"/>
                <a:ea typeface="Arial"/>
              </a:rPr>
              <a:t>Write a Python program to change a given string to a new string where the first and last characters have been exchanged.</a:t>
            </a:r>
            <a:endParaRPr b="0" lang="en-IN" sz="1600" spc="-1" strike="noStrike">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71" name="Text 0"/>
          <p:cNvSpPr/>
          <p:nvPr/>
        </p:nvSpPr>
        <p:spPr>
          <a:xfrm>
            <a:off x="457200" y="274320"/>
            <a:ext cx="8229240" cy="4568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3600" spc="-1" strike="noStrike">
                <a:solidFill>
                  <a:srgbClr val="028090"/>
                </a:solidFill>
                <a:latin typeface="Arial"/>
                <a:ea typeface="Arial"/>
              </a:rPr>
              <a:t>Program 10 - Visual Example</a:t>
            </a:r>
            <a:endParaRPr b="0" lang="en-IN" sz="3600" spc="-1" strike="noStrike">
              <a:latin typeface="Arial"/>
            </a:endParaRPr>
          </a:p>
        </p:txBody>
      </p:sp>
      <p:sp>
        <p:nvSpPr>
          <p:cNvPr id="172" name="Text 1"/>
          <p:cNvSpPr/>
          <p:nvPr/>
        </p:nvSpPr>
        <p:spPr>
          <a:xfrm>
            <a:off x="1371600" y="1097280"/>
            <a:ext cx="64004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600" spc="-1" strike="noStrike">
                <a:solidFill>
                  <a:srgbClr val="2c3e50"/>
                </a:solidFill>
                <a:latin typeface="Courier New"/>
                <a:ea typeface="Courier New"/>
              </a:rPr>
              <a:t>Example 1: "abcd"</a:t>
            </a:r>
            <a:endParaRPr b="0" lang="en-IN" sz="1600" spc="-1" strike="noStrike">
              <a:latin typeface="Arial"/>
            </a:endParaRPr>
          </a:p>
        </p:txBody>
      </p:sp>
      <p:sp>
        <p:nvSpPr>
          <p:cNvPr id="173" name="Shape 2"/>
          <p:cNvSpPr/>
          <p:nvPr/>
        </p:nvSpPr>
        <p:spPr>
          <a:xfrm>
            <a:off x="2743200" y="1463040"/>
            <a:ext cx="548280" cy="548280"/>
          </a:xfrm>
          <a:prstGeom prst="rect">
            <a:avLst/>
          </a:prstGeom>
          <a:solidFill>
            <a:srgbClr val="e67e22"/>
          </a:solidFill>
          <a:ln w="25400">
            <a:solidFill>
              <a:srgbClr val="028090"/>
            </a:solidFill>
            <a:round/>
          </a:ln>
        </p:spPr>
        <p:style>
          <a:lnRef idx="0"/>
          <a:fillRef idx="0"/>
          <a:effectRef idx="0"/>
          <a:fontRef idx="minor"/>
        </p:style>
      </p:sp>
      <p:sp>
        <p:nvSpPr>
          <p:cNvPr id="174" name="Text 3"/>
          <p:cNvSpPr/>
          <p:nvPr/>
        </p:nvSpPr>
        <p:spPr>
          <a:xfrm>
            <a:off x="2743200" y="1463040"/>
            <a:ext cx="54828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1800" spc="-1" strike="noStrike">
                <a:solidFill>
                  <a:srgbClr val="ffffff"/>
                </a:solidFill>
                <a:latin typeface="Courier New"/>
                <a:ea typeface="Courier New"/>
              </a:rPr>
              <a:t>a</a:t>
            </a:r>
            <a:endParaRPr b="0" lang="en-IN" sz="1800" spc="-1" strike="noStrike">
              <a:latin typeface="Arial"/>
            </a:endParaRPr>
          </a:p>
        </p:txBody>
      </p:sp>
      <p:sp>
        <p:nvSpPr>
          <p:cNvPr id="175" name="Shape 4"/>
          <p:cNvSpPr/>
          <p:nvPr/>
        </p:nvSpPr>
        <p:spPr>
          <a:xfrm>
            <a:off x="3383280" y="1463040"/>
            <a:ext cx="548280" cy="548280"/>
          </a:xfrm>
          <a:prstGeom prst="rect">
            <a:avLst/>
          </a:prstGeom>
          <a:solidFill>
            <a:srgbClr val="f5f5f5"/>
          </a:solidFill>
          <a:ln w="25400">
            <a:solidFill>
              <a:srgbClr val="028090"/>
            </a:solidFill>
            <a:round/>
          </a:ln>
        </p:spPr>
        <p:style>
          <a:lnRef idx="0"/>
          <a:fillRef idx="0"/>
          <a:effectRef idx="0"/>
          <a:fontRef idx="minor"/>
        </p:style>
      </p:sp>
      <p:sp>
        <p:nvSpPr>
          <p:cNvPr id="176" name="Text 5"/>
          <p:cNvSpPr/>
          <p:nvPr/>
        </p:nvSpPr>
        <p:spPr>
          <a:xfrm>
            <a:off x="3383280" y="1463040"/>
            <a:ext cx="54828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0" lang="en-US" sz="1800" spc="-1" strike="noStrike">
                <a:solidFill>
                  <a:srgbClr val="2c3e50"/>
                </a:solidFill>
                <a:latin typeface="Courier New"/>
                <a:ea typeface="Courier New"/>
              </a:rPr>
              <a:t>b</a:t>
            </a:r>
            <a:endParaRPr b="0" lang="en-IN" sz="1800" spc="-1" strike="noStrike">
              <a:latin typeface="Arial"/>
            </a:endParaRPr>
          </a:p>
        </p:txBody>
      </p:sp>
      <p:sp>
        <p:nvSpPr>
          <p:cNvPr id="177" name="Shape 6"/>
          <p:cNvSpPr/>
          <p:nvPr/>
        </p:nvSpPr>
        <p:spPr>
          <a:xfrm>
            <a:off x="4023360" y="1463040"/>
            <a:ext cx="548280" cy="548280"/>
          </a:xfrm>
          <a:prstGeom prst="rect">
            <a:avLst/>
          </a:prstGeom>
          <a:solidFill>
            <a:srgbClr val="f5f5f5"/>
          </a:solidFill>
          <a:ln w="25400">
            <a:solidFill>
              <a:srgbClr val="028090"/>
            </a:solidFill>
            <a:round/>
          </a:ln>
        </p:spPr>
        <p:style>
          <a:lnRef idx="0"/>
          <a:fillRef idx="0"/>
          <a:effectRef idx="0"/>
          <a:fontRef idx="minor"/>
        </p:style>
      </p:sp>
      <p:sp>
        <p:nvSpPr>
          <p:cNvPr id="178" name="Text 7"/>
          <p:cNvSpPr/>
          <p:nvPr/>
        </p:nvSpPr>
        <p:spPr>
          <a:xfrm>
            <a:off x="4023360" y="1463040"/>
            <a:ext cx="54828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0" lang="en-US" sz="1800" spc="-1" strike="noStrike">
                <a:solidFill>
                  <a:srgbClr val="2c3e50"/>
                </a:solidFill>
                <a:latin typeface="Courier New"/>
                <a:ea typeface="Courier New"/>
              </a:rPr>
              <a:t>c</a:t>
            </a:r>
            <a:endParaRPr b="0" lang="en-IN" sz="1800" spc="-1" strike="noStrike">
              <a:latin typeface="Arial"/>
            </a:endParaRPr>
          </a:p>
        </p:txBody>
      </p:sp>
      <p:sp>
        <p:nvSpPr>
          <p:cNvPr id="179" name="Shape 8"/>
          <p:cNvSpPr/>
          <p:nvPr/>
        </p:nvSpPr>
        <p:spPr>
          <a:xfrm>
            <a:off x="4663440" y="1463040"/>
            <a:ext cx="548280" cy="548280"/>
          </a:xfrm>
          <a:prstGeom prst="rect">
            <a:avLst/>
          </a:prstGeom>
          <a:solidFill>
            <a:srgbClr val="e67e22"/>
          </a:solidFill>
          <a:ln w="25400">
            <a:solidFill>
              <a:srgbClr val="028090"/>
            </a:solidFill>
            <a:round/>
          </a:ln>
        </p:spPr>
        <p:style>
          <a:lnRef idx="0"/>
          <a:fillRef idx="0"/>
          <a:effectRef idx="0"/>
          <a:fontRef idx="minor"/>
        </p:style>
      </p:sp>
      <p:sp>
        <p:nvSpPr>
          <p:cNvPr id="180" name="Text 9"/>
          <p:cNvSpPr/>
          <p:nvPr/>
        </p:nvSpPr>
        <p:spPr>
          <a:xfrm>
            <a:off x="4663440" y="1463040"/>
            <a:ext cx="54828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1800" spc="-1" strike="noStrike">
                <a:solidFill>
                  <a:srgbClr val="ffffff"/>
                </a:solidFill>
                <a:latin typeface="Courier New"/>
                <a:ea typeface="Courier New"/>
              </a:rPr>
              <a:t>d</a:t>
            </a:r>
            <a:endParaRPr b="0" lang="en-IN" sz="1800" spc="-1" strike="noStrike">
              <a:latin typeface="Arial"/>
            </a:endParaRPr>
          </a:p>
        </p:txBody>
      </p:sp>
      <p:sp>
        <p:nvSpPr>
          <p:cNvPr id="181" name="Text 10"/>
          <p:cNvSpPr/>
          <p:nvPr/>
        </p:nvSpPr>
        <p:spPr>
          <a:xfrm>
            <a:off x="3931920" y="2194560"/>
            <a:ext cx="54828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3200" spc="-1" strike="noStrike">
                <a:solidFill>
                  <a:srgbClr val="02c39a"/>
                </a:solidFill>
                <a:latin typeface="Arial"/>
                <a:ea typeface="Arial"/>
              </a:rPr>
              <a:t>⇅</a:t>
            </a:r>
            <a:endParaRPr b="0" lang="en-IN" sz="3200" spc="-1" strike="noStrike">
              <a:latin typeface="Arial"/>
            </a:endParaRPr>
          </a:p>
        </p:txBody>
      </p:sp>
      <p:sp>
        <p:nvSpPr>
          <p:cNvPr id="182" name="Shape 11"/>
          <p:cNvSpPr/>
          <p:nvPr/>
        </p:nvSpPr>
        <p:spPr>
          <a:xfrm>
            <a:off x="2743200" y="2651760"/>
            <a:ext cx="548280" cy="548280"/>
          </a:xfrm>
          <a:prstGeom prst="rect">
            <a:avLst/>
          </a:prstGeom>
          <a:solidFill>
            <a:srgbClr val="02c39a"/>
          </a:solidFill>
          <a:ln w="25400">
            <a:solidFill>
              <a:srgbClr val="028090"/>
            </a:solidFill>
            <a:round/>
          </a:ln>
        </p:spPr>
        <p:style>
          <a:lnRef idx="0"/>
          <a:fillRef idx="0"/>
          <a:effectRef idx="0"/>
          <a:fontRef idx="minor"/>
        </p:style>
      </p:sp>
      <p:sp>
        <p:nvSpPr>
          <p:cNvPr id="183" name="Text 12"/>
          <p:cNvSpPr/>
          <p:nvPr/>
        </p:nvSpPr>
        <p:spPr>
          <a:xfrm>
            <a:off x="2743200" y="2651760"/>
            <a:ext cx="54828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1800" spc="-1" strike="noStrike">
                <a:solidFill>
                  <a:srgbClr val="ffffff"/>
                </a:solidFill>
                <a:latin typeface="Courier New"/>
                <a:ea typeface="Courier New"/>
              </a:rPr>
              <a:t>d</a:t>
            </a:r>
            <a:endParaRPr b="0" lang="en-IN" sz="1800" spc="-1" strike="noStrike">
              <a:latin typeface="Arial"/>
            </a:endParaRPr>
          </a:p>
        </p:txBody>
      </p:sp>
      <p:sp>
        <p:nvSpPr>
          <p:cNvPr id="184" name="Shape 13"/>
          <p:cNvSpPr/>
          <p:nvPr/>
        </p:nvSpPr>
        <p:spPr>
          <a:xfrm>
            <a:off x="3383280" y="2651760"/>
            <a:ext cx="548280" cy="548280"/>
          </a:xfrm>
          <a:prstGeom prst="rect">
            <a:avLst/>
          </a:prstGeom>
          <a:solidFill>
            <a:srgbClr val="f5f5f5"/>
          </a:solidFill>
          <a:ln w="25400">
            <a:solidFill>
              <a:srgbClr val="028090"/>
            </a:solidFill>
            <a:round/>
          </a:ln>
        </p:spPr>
        <p:style>
          <a:lnRef idx="0"/>
          <a:fillRef idx="0"/>
          <a:effectRef idx="0"/>
          <a:fontRef idx="minor"/>
        </p:style>
      </p:sp>
      <p:sp>
        <p:nvSpPr>
          <p:cNvPr id="185" name="Text 14"/>
          <p:cNvSpPr/>
          <p:nvPr/>
        </p:nvSpPr>
        <p:spPr>
          <a:xfrm>
            <a:off x="3383280" y="2651760"/>
            <a:ext cx="54828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0" lang="en-US" sz="1800" spc="-1" strike="noStrike">
                <a:solidFill>
                  <a:srgbClr val="2c3e50"/>
                </a:solidFill>
                <a:latin typeface="Courier New"/>
                <a:ea typeface="Courier New"/>
              </a:rPr>
              <a:t>b</a:t>
            </a:r>
            <a:endParaRPr b="0" lang="en-IN" sz="1800" spc="-1" strike="noStrike">
              <a:latin typeface="Arial"/>
            </a:endParaRPr>
          </a:p>
        </p:txBody>
      </p:sp>
      <p:sp>
        <p:nvSpPr>
          <p:cNvPr id="186" name="Shape 15"/>
          <p:cNvSpPr/>
          <p:nvPr/>
        </p:nvSpPr>
        <p:spPr>
          <a:xfrm>
            <a:off x="4023360" y="2651760"/>
            <a:ext cx="548280" cy="548280"/>
          </a:xfrm>
          <a:prstGeom prst="rect">
            <a:avLst/>
          </a:prstGeom>
          <a:solidFill>
            <a:srgbClr val="f5f5f5"/>
          </a:solidFill>
          <a:ln w="25400">
            <a:solidFill>
              <a:srgbClr val="028090"/>
            </a:solidFill>
            <a:round/>
          </a:ln>
        </p:spPr>
        <p:style>
          <a:lnRef idx="0"/>
          <a:fillRef idx="0"/>
          <a:effectRef idx="0"/>
          <a:fontRef idx="minor"/>
        </p:style>
      </p:sp>
      <p:sp>
        <p:nvSpPr>
          <p:cNvPr id="187" name="Text 16"/>
          <p:cNvSpPr/>
          <p:nvPr/>
        </p:nvSpPr>
        <p:spPr>
          <a:xfrm>
            <a:off x="4023360" y="2651760"/>
            <a:ext cx="54828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0" lang="en-US" sz="1800" spc="-1" strike="noStrike">
                <a:solidFill>
                  <a:srgbClr val="2c3e50"/>
                </a:solidFill>
                <a:latin typeface="Courier New"/>
                <a:ea typeface="Courier New"/>
              </a:rPr>
              <a:t>c</a:t>
            </a:r>
            <a:endParaRPr b="0" lang="en-IN" sz="1800" spc="-1" strike="noStrike">
              <a:latin typeface="Arial"/>
            </a:endParaRPr>
          </a:p>
        </p:txBody>
      </p:sp>
      <p:sp>
        <p:nvSpPr>
          <p:cNvPr id="188" name="Shape 17"/>
          <p:cNvSpPr/>
          <p:nvPr/>
        </p:nvSpPr>
        <p:spPr>
          <a:xfrm>
            <a:off x="4663440" y="2651760"/>
            <a:ext cx="548280" cy="548280"/>
          </a:xfrm>
          <a:prstGeom prst="rect">
            <a:avLst/>
          </a:prstGeom>
          <a:solidFill>
            <a:srgbClr val="02c39a"/>
          </a:solidFill>
          <a:ln w="25400">
            <a:solidFill>
              <a:srgbClr val="028090"/>
            </a:solidFill>
            <a:round/>
          </a:ln>
        </p:spPr>
        <p:style>
          <a:lnRef idx="0"/>
          <a:fillRef idx="0"/>
          <a:effectRef idx="0"/>
          <a:fontRef idx="minor"/>
        </p:style>
      </p:sp>
      <p:sp>
        <p:nvSpPr>
          <p:cNvPr id="189" name="Text 18"/>
          <p:cNvSpPr/>
          <p:nvPr/>
        </p:nvSpPr>
        <p:spPr>
          <a:xfrm>
            <a:off x="4663440" y="2651760"/>
            <a:ext cx="548280" cy="548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1800" spc="-1" strike="noStrike">
                <a:solidFill>
                  <a:srgbClr val="ffffff"/>
                </a:solidFill>
                <a:latin typeface="Courier New"/>
                <a:ea typeface="Courier New"/>
              </a:rPr>
              <a:t>a</a:t>
            </a:r>
            <a:endParaRPr b="0" lang="en-IN" sz="1800" spc="-1" strike="noStrike">
              <a:latin typeface="Arial"/>
            </a:endParaRPr>
          </a:p>
        </p:txBody>
      </p:sp>
      <p:sp>
        <p:nvSpPr>
          <p:cNvPr id="190" name="Text 19"/>
          <p:cNvSpPr/>
          <p:nvPr/>
        </p:nvSpPr>
        <p:spPr>
          <a:xfrm>
            <a:off x="2743200" y="3291840"/>
            <a:ext cx="22856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400" spc="-1" strike="noStrike">
                <a:solidFill>
                  <a:srgbClr val="27ae60"/>
                </a:solidFill>
                <a:latin typeface="Courier New"/>
                <a:ea typeface="Courier New"/>
              </a:rPr>
              <a:t>Result: "dbca"</a:t>
            </a:r>
            <a:endParaRPr b="0" lang="en-IN" sz="1400" spc="-1" strike="noStrike">
              <a:latin typeface="Arial"/>
            </a:endParaRPr>
          </a:p>
        </p:txBody>
      </p:sp>
      <p:sp>
        <p:nvSpPr>
          <p:cNvPr id="191" name="Text 20"/>
          <p:cNvSpPr/>
          <p:nvPr/>
        </p:nvSpPr>
        <p:spPr>
          <a:xfrm>
            <a:off x="2286000" y="3840480"/>
            <a:ext cx="4571640" cy="2739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1600" spc="-1" strike="noStrike">
                <a:solidFill>
                  <a:srgbClr val="2c3e50"/>
                </a:solidFill>
                <a:latin typeface="Courier New"/>
                <a:ea typeface="Courier New"/>
              </a:rPr>
              <a:t>Example 2: "12345" → "52341"</a:t>
            </a:r>
            <a:endParaRPr b="0" lang="en-IN" sz="160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2" name="Text 0"/>
          <p:cNvSpPr/>
          <p:nvPr/>
        </p:nvSpPr>
        <p:spPr>
          <a:xfrm>
            <a:off x="457200" y="274320"/>
            <a:ext cx="8229240" cy="4568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3600" spc="-1" strike="noStrike">
                <a:solidFill>
                  <a:srgbClr val="028090"/>
                </a:solidFill>
                <a:latin typeface="Arial"/>
                <a:ea typeface="Arial"/>
              </a:rPr>
              <a:t>Program 10 - Python Code</a:t>
            </a:r>
            <a:endParaRPr b="0" lang="en-IN" sz="3600" spc="-1" strike="noStrike">
              <a:latin typeface="Arial"/>
            </a:endParaRPr>
          </a:p>
        </p:txBody>
      </p:sp>
      <p:sp>
        <p:nvSpPr>
          <p:cNvPr id="193" name="Shape 1"/>
          <p:cNvSpPr/>
          <p:nvPr/>
        </p:nvSpPr>
        <p:spPr>
          <a:xfrm>
            <a:off x="731520" y="1005840"/>
            <a:ext cx="7680600" cy="3108600"/>
          </a:xfrm>
          <a:prstGeom prst="rect">
            <a:avLst/>
          </a:prstGeom>
          <a:solidFill>
            <a:srgbClr val="282c34"/>
          </a:solidFill>
          <a:ln w="0">
            <a:noFill/>
          </a:ln>
        </p:spPr>
        <p:style>
          <a:lnRef idx="0"/>
          <a:fillRef idx="0"/>
          <a:effectRef idx="0"/>
          <a:fontRef idx="minor"/>
        </p:style>
      </p:sp>
      <p:sp>
        <p:nvSpPr>
          <p:cNvPr id="194" name="Text 2"/>
          <p:cNvSpPr/>
          <p:nvPr/>
        </p:nvSpPr>
        <p:spPr>
          <a:xfrm>
            <a:off x="914400" y="1143000"/>
            <a:ext cx="7314840" cy="283428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0" lang="en-US" sz="1400" spc="-1" strike="noStrike">
                <a:solidFill>
                  <a:srgbClr val="abb2bf"/>
                </a:solidFill>
                <a:latin typeface="Courier New"/>
                <a:ea typeface="Courier New"/>
              </a:rPr>
              <a:t># Function to swap first and last characters</a:t>
            </a:r>
            <a:endParaRPr b="0" lang="en-IN" sz="1400" spc="-1" strike="noStrike">
              <a:latin typeface="Arial"/>
            </a:endParaRPr>
          </a:p>
          <a:p>
            <a:pPr>
              <a:lnSpc>
                <a:spcPct val="100000"/>
              </a:lnSpc>
              <a:buNone/>
              <a:tabLst>
                <a:tab algn="l" pos="0"/>
              </a:tabLst>
            </a:pPr>
            <a:r>
              <a:rPr b="0" lang="en-US" sz="1400" spc="-1" strike="noStrike">
                <a:solidFill>
                  <a:srgbClr val="abb2bf"/>
                </a:solidFill>
                <a:latin typeface="Courier New"/>
                <a:ea typeface="Courier New"/>
              </a:rPr>
              <a:t>def swap_first_last(text):</a:t>
            </a:r>
            <a:endParaRPr b="0" lang="en-IN" sz="1400" spc="-1" strike="noStrike">
              <a:latin typeface="Arial"/>
            </a:endParaRPr>
          </a:p>
          <a:p>
            <a:pPr>
              <a:lnSpc>
                <a:spcPct val="100000"/>
              </a:lnSpc>
              <a:buNone/>
              <a:tabLst>
                <a:tab algn="l" pos="0"/>
              </a:tabLst>
            </a:pPr>
            <a:r>
              <a:rPr b="0" lang="en-US" sz="1400" spc="-1" strike="noStrike">
                <a:solidFill>
                  <a:srgbClr val="abb2bf"/>
                </a:solidFill>
                <a:latin typeface="Courier New"/>
                <a:ea typeface="Courier New"/>
              </a:rPr>
              <a:t>    </a:t>
            </a:r>
            <a:r>
              <a:rPr b="0" lang="en-US" sz="1400" spc="-1" strike="noStrike">
                <a:solidFill>
                  <a:srgbClr val="abb2bf"/>
                </a:solidFill>
                <a:latin typeface="Courier New"/>
                <a:ea typeface="Courier New"/>
              </a:rPr>
              <a:t># Return: last char + middle chars + first char</a:t>
            </a:r>
            <a:endParaRPr b="0" lang="en-IN" sz="1400" spc="-1" strike="noStrike">
              <a:latin typeface="Arial"/>
            </a:endParaRPr>
          </a:p>
          <a:p>
            <a:pPr>
              <a:lnSpc>
                <a:spcPct val="100000"/>
              </a:lnSpc>
              <a:buNone/>
              <a:tabLst>
                <a:tab algn="l" pos="0"/>
              </a:tabLst>
            </a:pPr>
            <a:r>
              <a:rPr b="0" lang="en-US" sz="1400" spc="-1" strike="noStrike">
                <a:solidFill>
                  <a:srgbClr val="abb2bf"/>
                </a:solidFill>
                <a:latin typeface="Courier New"/>
                <a:ea typeface="Courier New"/>
              </a:rPr>
              <a:t>    </a:t>
            </a:r>
            <a:r>
              <a:rPr b="0" lang="en-US" sz="1400" spc="-1" strike="noStrike">
                <a:solidFill>
                  <a:srgbClr val="abb2bf"/>
                </a:solidFill>
                <a:latin typeface="Courier New"/>
                <a:ea typeface="Courier New"/>
              </a:rPr>
              <a:t>return text[-1:] + text[1:-1] + text[:1]</a:t>
            </a:r>
            <a:endParaRPr b="0" lang="en-IN" sz="1400" spc="-1" strike="noStrike">
              <a:latin typeface="Arial"/>
            </a:endParaRPr>
          </a:p>
          <a:p>
            <a:pPr>
              <a:lnSpc>
                <a:spcPct val="100000"/>
              </a:lnSpc>
              <a:buNone/>
              <a:tabLst>
                <a:tab algn="l" pos="0"/>
              </a:tabLst>
            </a:pPr>
            <a:endParaRPr b="0" lang="en-IN" sz="1400" spc="-1" strike="noStrike">
              <a:latin typeface="Arial"/>
            </a:endParaRPr>
          </a:p>
          <a:p>
            <a:pPr>
              <a:lnSpc>
                <a:spcPct val="100000"/>
              </a:lnSpc>
              <a:buNone/>
              <a:tabLst>
                <a:tab algn="l" pos="0"/>
              </a:tabLst>
            </a:pPr>
            <a:r>
              <a:rPr b="0" lang="en-US" sz="1400" spc="-1" strike="noStrike">
                <a:solidFill>
                  <a:srgbClr val="abb2bf"/>
                </a:solidFill>
                <a:latin typeface="Courier New"/>
                <a:ea typeface="Courier New"/>
              </a:rPr>
              <a:t># Test function</a:t>
            </a:r>
            <a:endParaRPr b="0" lang="en-IN" sz="1400" spc="-1" strike="noStrike">
              <a:latin typeface="Arial"/>
            </a:endParaRPr>
          </a:p>
          <a:p>
            <a:pPr>
              <a:lnSpc>
                <a:spcPct val="100000"/>
              </a:lnSpc>
              <a:buNone/>
              <a:tabLst>
                <a:tab algn="l" pos="0"/>
              </a:tabLst>
            </a:pPr>
            <a:r>
              <a:rPr b="0" lang="en-US" sz="1400" spc="-1" strike="noStrike">
                <a:solidFill>
                  <a:srgbClr val="abb2bf"/>
                </a:solidFill>
                <a:latin typeface="Courier New"/>
                <a:ea typeface="Courier New"/>
              </a:rPr>
              <a:t>print(swap_first_last('abcd'))   # dbca</a:t>
            </a:r>
            <a:endParaRPr b="0" lang="en-IN" sz="1400" spc="-1" strike="noStrike">
              <a:latin typeface="Arial"/>
            </a:endParaRPr>
          </a:p>
          <a:p>
            <a:pPr>
              <a:lnSpc>
                <a:spcPct val="100000"/>
              </a:lnSpc>
              <a:buNone/>
              <a:tabLst>
                <a:tab algn="l" pos="0"/>
              </a:tabLst>
            </a:pPr>
            <a:r>
              <a:rPr b="0" lang="en-US" sz="1400" spc="-1" strike="noStrike">
                <a:solidFill>
                  <a:srgbClr val="abb2bf"/>
                </a:solidFill>
                <a:latin typeface="Courier New"/>
                <a:ea typeface="Courier New"/>
              </a:rPr>
              <a:t>print(swap_first_last('12345'))  # 52341</a:t>
            </a:r>
            <a:endParaRPr b="0" lang="en-IN" sz="1400" spc="-1" strike="noStrike">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95" name="Text 0"/>
          <p:cNvSpPr/>
          <p:nvPr/>
        </p:nvSpPr>
        <p:spPr>
          <a:xfrm>
            <a:off x="457200" y="274320"/>
            <a:ext cx="8229240" cy="45684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3600" spc="-1" strike="noStrike">
                <a:solidFill>
                  <a:srgbClr val="028090"/>
                </a:solidFill>
                <a:latin typeface="Arial"/>
                <a:ea typeface="Arial"/>
              </a:rPr>
              <a:t>Program 10 - Output</a:t>
            </a:r>
            <a:endParaRPr b="0" lang="en-IN" sz="3600" spc="-1" strike="noStrike">
              <a:latin typeface="Arial"/>
            </a:endParaRPr>
          </a:p>
        </p:txBody>
      </p:sp>
      <p:sp>
        <p:nvSpPr>
          <p:cNvPr id="196" name="Shape 1"/>
          <p:cNvSpPr/>
          <p:nvPr/>
        </p:nvSpPr>
        <p:spPr>
          <a:xfrm>
            <a:off x="1828800" y="1645920"/>
            <a:ext cx="5486040" cy="1828440"/>
          </a:xfrm>
          <a:prstGeom prst="rect">
            <a:avLst/>
          </a:prstGeom>
          <a:solidFill>
            <a:srgbClr val="f5f5f5"/>
          </a:solidFill>
          <a:ln w="38100">
            <a:solidFill>
              <a:srgbClr val="02c39a"/>
            </a:solidFill>
            <a:round/>
          </a:ln>
        </p:spPr>
        <p:style>
          <a:lnRef idx="0"/>
          <a:fillRef idx="0"/>
          <a:effectRef idx="0"/>
          <a:fontRef idx="minor"/>
        </p:style>
      </p:sp>
      <p:sp>
        <p:nvSpPr>
          <p:cNvPr id="197" name="Text 2"/>
          <p:cNvSpPr/>
          <p:nvPr/>
        </p:nvSpPr>
        <p:spPr>
          <a:xfrm>
            <a:off x="2286000" y="1920240"/>
            <a:ext cx="4571640" cy="36540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2000" spc="-1" strike="noStrike">
                <a:solidFill>
                  <a:srgbClr val="028090"/>
                </a:solidFill>
                <a:latin typeface="Arial"/>
                <a:ea typeface="Arial"/>
              </a:rPr>
              <a:t>Sample Output:</a:t>
            </a:r>
            <a:endParaRPr b="0" lang="en-IN" sz="2000" spc="-1" strike="noStrike">
              <a:latin typeface="Arial"/>
            </a:endParaRPr>
          </a:p>
        </p:txBody>
      </p:sp>
      <p:sp>
        <p:nvSpPr>
          <p:cNvPr id="198" name="Text 3"/>
          <p:cNvSpPr/>
          <p:nvPr/>
        </p:nvSpPr>
        <p:spPr>
          <a:xfrm>
            <a:off x="2286000" y="2468880"/>
            <a:ext cx="4571640" cy="731160"/>
          </a:xfrm>
          <a:prstGeom prst="rect">
            <a:avLst/>
          </a:prstGeom>
          <a:noFill/>
          <a:ln w="0">
            <a:noFill/>
          </a:ln>
        </p:spPr>
        <p:style>
          <a:lnRef idx="0"/>
          <a:fillRef idx="0"/>
          <a:effectRef idx="0"/>
          <a:fontRef idx="minor"/>
        </p:style>
        <p:txBody>
          <a:bodyPr lIns="90000" rIns="90000" tIns="45000" bIns="45000" anchor="ctr">
            <a:noAutofit/>
          </a:bodyPr>
          <a:p>
            <a:pPr>
              <a:lnSpc>
                <a:spcPct val="100000"/>
              </a:lnSpc>
              <a:buNone/>
              <a:tabLst>
                <a:tab algn="l" pos="0"/>
              </a:tabLst>
            </a:pPr>
            <a:r>
              <a:rPr b="1" lang="en-US" sz="3200" spc="-1" strike="noStrike">
                <a:solidFill>
                  <a:srgbClr val="02c39a"/>
                </a:solidFill>
                <a:latin typeface="Courier New"/>
                <a:ea typeface="Courier New"/>
              </a:rPr>
              <a:t>dbca</a:t>
            </a:r>
            <a:endParaRPr b="0" lang="en-IN" sz="3200" spc="-1" strike="noStrike">
              <a:latin typeface="Arial"/>
            </a:endParaRPr>
          </a:p>
          <a:p>
            <a:pPr>
              <a:lnSpc>
                <a:spcPct val="100000"/>
              </a:lnSpc>
              <a:buNone/>
              <a:tabLst>
                <a:tab algn="l" pos="0"/>
              </a:tabLst>
            </a:pPr>
            <a:r>
              <a:rPr b="1" lang="en-US" sz="3200" spc="-1" strike="noStrike">
                <a:solidFill>
                  <a:srgbClr val="02c39a"/>
                </a:solidFill>
                <a:latin typeface="Courier New"/>
                <a:ea typeface="Courier New"/>
              </a:rPr>
              <a:t>52341</a:t>
            </a:r>
            <a:endParaRPr b="0" lang="en-IN" sz="3200" spc="-1" strike="noStrike">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1e3a5f"/>
        </a:solidFill>
      </p:bgPr>
    </p:bg>
    <p:spTree>
      <p:nvGrpSpPr>
        <p:cNvPr id="1" name=""/>
        <p:cNvGrpSpPr/>
        <p:nvPr/>
      </p:nvGrpSpPr>
      <p:grpSpPr>
        <a:xfrm>
          <a:off x="0" y="0"/>
          <a:ext cx="0" cy="0"/>
          <a:chOff x="0" y="0"/>
          <a:chExt cx="0" cy="0"/>
        </a:xfrm>
      </p:grpSpPr>
      <p:sp>
        <p:nvSpPr>
          <p:cNvPr id="199" name="Text 0"/>
          <p:cNvSpPr/>
          <p:nvPr/>
        </p:nvSpPr>
        <p:spPr>
          <a:xfrm>
            <a:off x="457200" y="1371600"/>
            <a:ext cx="8229240" cy="73116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1" lang="en-US" sz="4800" spc="-1" strike="noStrike">
                <a:solidFill>
                  <a:srgbClr val="ffffff"/>
                </a:solidFill>
                <a:latin typeface="Arial"/>
                <a:ea typeface="Arial"/>
              </a:rPr>
              <a:t>Excellent Progress!</a:t>
            </a:r>
            <a:endParaRPr b="0" lang="en-IN" sz="4800" spc="-1" strike="noStrike">
              <a:latin typeface="Arial"/>
            </a:endParaRPr>
          </a:p>
        </p:txBody>
      </p:sp>
      <p:sp>
        <p:nvSpPr>
          <p:cNvPr id="200" name="Text 1"/>
          <p:cNvSpPr/>
          <p:nvPr/>
        </p:nvSpPr>
        <p:spPr>
          <a:xfrm>
            <a:off x="457200" y="2286000"/>
            <a:ext cx="8229240" cy="45684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0" lang="en-US" sz="2400" spc="-1" strike="noStrike">
                <a:solidFill>
                  <a:srgbClr val="02c39a"/>
                </a:solidFill>
                <a:latin typeface="Arial"/>
                <a:ea typeface="Arial"/>
              </a:rPr>
              <a:t>You've completed Programs 6-10</a:t>
            </a:r>
            <a:endParaRPr b="0" lang="en-IN" sz="2400" spc="-1" strike="noStrike">
              <a:latin typeface="Arial"/>
            </a:endParaRPr>
          </a:p>
        </p:txBody>
      </p:sp>
      <p:sp>
        <p:nvSpPr>
          <p:cNvPr id="201" name="Text 2"/>
          <p:cNvSpPr/>
          <p:nvPr/>
        </p:nvSpPr>
        <p:spPr>
          <a:xfrm>
            <a:off x="457200" y="2926080"/>
            <a:ext cx="822924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0" lang="en-US" sz="1800" spc="-1" strike="noStrike">
                <a:solidFill>
                  <a:srgbClr val="00a896"/>
                </a:solidFill>
                <a:latin typeface="Arial"/>
                <a:ea typeface="Arial"/>
              </a:rPr>
              <a:t>Total: 10 Python String Programs Mastered!</a:t>
            </a:r>
            <a:endParaRPr b="0" lang="en-IN" sz="1800" spc="-1" strike="noStrike">
              <a:latin typeface="Arial"/>
            </a:endParaRPr>
          </a:p>
        </p:txBody>
      </p:sp>
      <p:sp>
        <p:nvSpPr>
          <p:cNvPr id="202" name="Text 3"/>
          <p:cNvSpPr/>
          <p:nvPr/>
        </p:nvSpPr>
        <p:spPr>
          <a:xfrm>
            <a:off x="457200" y="3566160"/>
            <a:ext cx="8229240" cy="36540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tabLst>
                <a:tab algn="l" pos="0"/>
              </a:tabLst>
            </a:pPr>
            <a:r>
              <a:rPr b="0" i="1" lang="en-US" sz="1600" spc="-1" strike="noStrike">
                <a:solidFill>
                  <a:srgbClr val="cccccc"/>
                </a:solidFill>
                <a:latin typeface="Arial"/>
                <a:ea typeface="Arial"/>
              </a:rPr>
              <a:t>Keep Coding • Keep Learning</a:t>
            </a:r>
            <a:endParaRPr b="0" lang="en-IN" sz="1600" spc="-1" strike="noStrike">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2</TotalTime>
  <Application>LibreOffice/7.3.7.2$Linux_X86_64 LibreOffice_project/30$Build-2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2026-02-02T08:06:26Z</dcterms:created>
  <dc:creator>Python Programming</dc:creator>
  <dc:description/>
  <dc:language>en-IN</dc:language>
  <cp:lastModifiedBy/>
  <dcterms:modified xsi:type="dcterms:W3CDTF">2026-02-02T13:44:34Z</dcterms:modified>
  <cp:revision>2</cp:revision>
  <dc:subject>PptxGenJS Presentation</dc:subject>
  <dc:title>Python String Programs 6-10</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22</vt:i4>
  </property>
  <property fmtid="{D5CDD505-2E9C-101B-9397-08002B2CF9AE}" pid="3" name="PresentationFormat">
    <vt:lpwstr>On-screen Show (16:9)</vt:lpwstr>
  </property>
  <property fmtid="{D5CDD505-2E9C-101B-9397-08002B2CF9AE}" pid="4" name="Slides">
    <vt:i4>22</vt:i4>
  </property>
</Properties>
</file>