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File I/O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3C — Directory &amp; Path Operations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931920" cy="68580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23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Directories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423160"/>
            <a:ext cx="3931920" cy="68580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2423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Removing Dirs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931920" cy="68580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291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 — All Operations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3291840"/>
            <a:ext cx="3931920" cy="68580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3291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Paths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Chapter 23 — Let Us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Directory Operations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251960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Get current directory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92354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" y="127101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89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os.getcwd()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60020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full path of where Python is running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86868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868680"/>
            <a:ext cx="4251960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96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List directory contents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54112" y="92354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27101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289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os.listdir(path)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60020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list of all filenames and folder names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19456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194560"/>
            <a:ext cx="4251960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Create a directory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24942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" y="259689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15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os.mkdir(name)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" y="29260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one new directory — fails if already exists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219456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2194560"/>
            <a:ext cx="4251960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Create nested directories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54112" y="224942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59689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615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os.makedirs(path)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9260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all intermediate directories in the path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35204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520440"/>
            <a:ext cx="4251960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Change into a directory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357530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" y="392277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941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os.chdir(path)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" y="425196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current working directory to the given path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90872" y="35204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3520440"/>
            <a:ext cx="4251960" cy="32918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Remove a directory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54112" y="357530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92277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3941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os.rmdir(name)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425196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 empty directory — fails if not empty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Navigating Directories —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Get current working directory 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cwd = os.getcwd()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print('Current dir:', cwd)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/home/user/projects  (or C:\Users\...)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List contents of current directory ---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= os.listdir('.')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print(items)  # ['file.txt', 'folder1', ...]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List contents of specific directory ---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= os.listdir('/home/user')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files: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Filter only files (not subdirs) ---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files_only = [f for f in os.listdir('.')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if os.path.isfile(f)]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print('Files:', files_only)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Change directory ---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os.chdir('project')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print('Moved to:', os.getcwd())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Go back to parent directory ---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95421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os.chdir('..')   # '..' = one level up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510783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print('Back to:', os.getcwd())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8756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080760" y="129844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'.' = current dir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080760" y="157276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'.' to listdir() to list current directory. Python always has a current directory.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87568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⬆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080760" y="201168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'..' = parent dir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080760" y="228600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'..' with chdir() to navigate one level up in the directory tree.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8756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80760" y="27249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listdir() returns all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080760" y="299923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both files AND folders mixed together. Use isfile()/isdir() to filter.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87568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080760" y="343814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chdir() is global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080760" y="3712464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directory affects your whole program — all relative paths are now relative to the new location.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&amp; Removing Directories —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shutil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Create a single directory 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os.mkdir('reports')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Safe create: check first ---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os.path.exists('reports'):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os.mkdir('reports')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Create nested directories ---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os.makedirs('project/src/utils')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project/, project/src/, project/src/utils/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exist_ok=True: don't fail if exists ---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os.makedirs('project/logs', exist_ok=True)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Remove an EMPTY directory ---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os.rmdir('empty_folder')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Remove a NON-EMPTY directory ---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os.rmdir fails if folder has any files!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shutil.rmtree() to remove everything: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shutil.rmtree('project')  # ⚠ PERMANENT!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Safe remove with try/except ---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95421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os.rmdir('my_folder')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510783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OSError as e: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52614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print('Cannot remove:', 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vs makedirs vs rmdir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87568" y="1298448"/>
            <a:ext cx="3063240" cy="62179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13350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os.mkdir()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60720" y="1554480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ONE directory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60720" y="1700784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Parent must already exist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1847088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Fails if directory exists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87568" y="1984248"/>
            <a:ext cx="3063240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0208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760720" y="2240280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full nested path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60720" y="2386584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all parents too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760720" y="2532888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exist_ok=True to be safe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87568" y="2670048"/>
            <a:ext cx="3063240" cy="62179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27066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os.rmdir()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760720" y="2926080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Removes ONE directory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60720" y="3072384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Directory MUST be empty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760720" y="3218688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os.listdir() to check first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87568" y="3355848"/>
            <a:ext cx="3063240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33924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shutil.rmtree()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760720" y="3611880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Removes directory + ALL contents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760720" y="3758184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Recursive and permanent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760720" y="3904488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undo — use with great care!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os.path — Complete Function Reference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87782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os.path.exists(path)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6616" y="1143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file or folder exist?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54680" y="11430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True/False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90872" y="841248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841248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7782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os.path.isfile(path)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8888" y="1143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path a file (not a folder)?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16952" y="11430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True/False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682496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682496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17190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os.path.isdir(path)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path a directory?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54680" y="1984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True/False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1682496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90872" y="1682496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7190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os.path.abspath(path)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8888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full absolute path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16952" y="1984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'/home/user/file.txt'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523744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23744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256032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os.path.join(a, b, ...)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6616" y="2825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path parts safely (cross-platform)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54680" y="28254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'a/b/c'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2523744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2523744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56032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os.path.split(path)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18888" y="2825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(directory, filename) tuple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16952" y="28254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('dir', 'file')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364992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364992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34015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os.path.basename(path)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56616" y="3666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just the filename from a path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154680" y="3666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'file.txt'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90872" y="3364992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3364992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34015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os.path.dirname(path)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18888" y="3666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just the directory part of a path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16952" y="3666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'/home/user'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206240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8600" y="4206240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42428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os.path.splitext(path)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56616" y="4507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filename and extension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154680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('name', '.txt')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90872" y="4206240"/>
            <a:ext cx="4251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90872" y="4206240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42428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os.path.getsize(path)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18888" y="4507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file size in bytes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616952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1024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os.path — Code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'/home/user/projects/data.txt'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Existence checks ---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print(os.path.exists(path))       # True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print(os.path.isfile(path))       # True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print(os.path.isdir(path))        # False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Path decomposition ---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print(os.path.dirname(path))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/home/user/projects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print(os.path.basename(path))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data.txt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print(os.path.split(path))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('/home/user/projects', 'data.txt')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print(os.path.splitext(path))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('/home/user/projects/data', '.txt')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Building paths safely ---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'/home/user'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joined = os.path.join(base, 'docs', 'report.txt')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print(joined)  # /home/user/docs/report.txt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Get file size ---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print(os.path.getsize(path), 'bytes')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os.path.join() Matters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87568" y="12984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String concatenation breaks: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87568" y="1572768"/>
            <a:ext cx="3063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160934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base + '/' +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WRONG on Windows!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87568" y="21214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os.path.join() is correct: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87568" y="2395728"/>
            <a:ext cx="3063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243230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os.path.join(base, 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Works everywhere!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87568" y="2999232"/>
            <a:ext cx="3063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79008" y="303580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uses '\'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79008" y="325526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C:\Users\user\file.txt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87568" y="3621024"/>
            <a:ext cx="306324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79008" y="365760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Linux/Mac uses '/'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779008" y="387705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/home/user/file.txt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87568" y="4279392"/>
            <a:ext cx="3063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79008" y="43159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os.path.join() automatically uses the correct separator for each 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Directory Operations Program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shutil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print('Starting dir:', os.getcwd())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project structure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'my_project'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os.makedirs(os.path.join(base,'data'), exist_ok=True)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os.makedirs(os.path.join(base,'logs'), exist_ok=True)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files inside project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data_file = os.path.join(base, 'data', 'info.txt')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open(data_file, 'w') as fobj: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fobj.write('Project data here')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Verify structure with listdir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folder in os.listdir(base):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fpath = os.path.join(base, folder)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print(folder, '(dir)' if os.path.isdir(fpath)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else '(file)')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Get file info using os.path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print('Size:', os.path.getsize(data_file), 'bytes')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print('Abs:', os.path.abspath(data_file))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Cleanup — remove entire project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shutil.rmtree(base)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95421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print('Project removed. Exists?', os.path.exists(base))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This Program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87568" y="1298448"/>
            <a:ext cx="306324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87568" y="1298448"/>
            <a:ext cx="274320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129844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16752" y="132588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makedirs() + exist_ok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16752" y="155448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nested dirs safely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87568" y="1865376"/>
            <a:ext cx="306324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87568" y="1865376"/>
            <a:ext cx="274320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186537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016752" y="189280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os.path.join()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16752" y="212140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paths cross-platform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87568" y="2432304"/>
            <a:ext cx="306324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87568" y="2432304"/>
            <a:ext cx="274320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243230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016752" y="245973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+ write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16752" y="268833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files inside project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87568" y="2999232"/>
            <a:ext cx="306324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87568" y="2999232"/>
            <a:ext cx="274320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299923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016752" y="3026664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os.listdir() + isdir()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016752" y="32552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directory contents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87568" y="3566160"/>
            <a:ext cx="306324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87568" y="3566160"/>
            <a:ext cx="274320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87568" y="35661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016752" y="35935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getsize() + abspath()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016752" y="3822192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file metadata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687568" y="4133088"/>
            <a:ext cx="306324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87568" y="4133088"/>
            <a:ext cx="274320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87568" y="413308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016752" y="416052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shutil.rmtree()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016752" y="438912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entire directory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os.name — Platform Detection &amp; Portable Code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Detect the operating system 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print(os.name)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'nt'    → Windows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'posix' → Linux or macOS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Write OS-specific code ---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os.name == 'nt':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clear_cmd = 'cls'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sep = '\\'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# posix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clear_cmd = 'clear'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sep = '/'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print('Separator:', sep)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More detail with sys.platform ---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print(sys.platform)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'win32'  → Windows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'linux'  → Linux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'darwin' → macOS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Writing portable paths (best practice) ---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Not portable: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path1 = 'folder\\file.txt'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95421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Always portable: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510783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path2 = os.path.join('folder', 'file.txt')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Differences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87568" y="1298448"/>
            <a:ext cx="306324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13350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60720" y="15544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os.name: 'nt'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17373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Separator: \  (backslash)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60720" y="190195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os.path.join() to avoid this!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87568" y="2212848"/>
            <a:ext cx="306324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22494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760720" y="24688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os.name: 'posix'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26517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Separator: /  (forward slash)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60720" y="281635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servers run Linux.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87568" y="3127248"/>
            <a:ext cx="3063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1638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60720" y="33832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os.name: 'posix'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60720" y="35661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Separator: /  (forward slash)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60720" y="373075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posix family as Linux.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87568" y="4114800"/>
            <a:ext cx="306324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79008" y="416966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Practice: Always use os.path.join() — never hardcode path separators!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3C Summary — Directory &amp; Path Operations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3977640" cy="7772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97840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os.getcwd()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working directory — where Python looks for files by default.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32688"/>
            <a:ext cx="3977640" cy="7772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97840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os.listdir(path)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10328" y="12801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files and folders in a directory. Filter with isfile()/isdir().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3977640" cy="7772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1837944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mkdir vs makedirs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" y="2139696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mkdir() creates one dir. makedirs() creates the full nested path. Use exist_ok=True.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792224"/>
            <a:ext cx="3977640" cy="7772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1837944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os.chdir(path)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10328" y="2139696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current directory. Affects ALL relative paths. Use getcwd() to track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3977640" cy="7772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2697480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rmdir vs rmtree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5488" y="2999232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rmdir() only removes empty dirs. shutil.rmtree() removes everything recursively.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651760"/>
            <a:ext cx="3977640" cy="7772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2697480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os.path — key functions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10328" y="2999232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exists, isfile, isdir, abspath, join, split, basename, dirname, splitext, getsize.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511296"/>
            <a:ext cx="3977640" cy="7772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3557016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os.path.join()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5488" y="3858768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join() to build paths — never + with slashes. Works on all platforms.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511296"/>
            <a:ext cx="3977640" cy="777240"/>
          </a:xfrm>
          <a:prstGeom prst="rect">
            <a:avLst/>
          </a:prstGeom>
          <a:solidFill>
            <a:srgbClr val="1E1560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10328" y="3557016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os.name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10328" y="3858768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'nt' = Windows, 'posix' = Linux/Mac. Use sys.platform for more specific detection.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46227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Chapter 23 — File I/O in Python is now complete!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2026-03-08T04:48:24Z</dcterms:created>
  <dcterms:modified xsi:type="dcterms:W3CDTF">2026-03-08T04:48:24Z</dcterms:modified>
</cp:coreProperties>
</file>