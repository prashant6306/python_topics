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File I/O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3B — File Operations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931920" cy="68580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23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Write Files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2423160"/>
            <a:ext cx="3931920" cy="68580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2423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Existence &amp; Stats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931920" cy="68580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2918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with shutil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3291840"/>
            <a:ext cx="3931920" cy="685800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32918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&amp; Delete Files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Chapter 23 — Let Us Python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Operations —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42519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Create a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92354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os, built-in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" y="1271016"/>
            <a:ext cx="40233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89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open('name','w')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60020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open() in write mode — creates if not exists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90872" y="86868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868680"/>
            <a:ext cx="42519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896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 if file exists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54112" y="92354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271016"/>
            <a:ext cx="40233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289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os.path.exists()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60020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True/False — use before create or delete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19456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194560"/>
            <a:ext cx="42519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Get file statistics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224942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" y="2596896"/>
            <a:ext cx="40233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6151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os.stat()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" y="292608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size in bytes, modification time, creation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90872" y="219456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2194560"/>
            <a:ext cx="42519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Rename or move file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54112" y="224942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596896"/>
            <a:ext cx="40233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6151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os.rename()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92608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both rename and move to new location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352044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520440"/>
            <a:ext cx="42519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547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a file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91840" y="357530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" y="3922776"/>
            <a:ext cx="40233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9410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shutil.copyfile()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" y="425196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content only; use shutil.copy2() for metadata too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90872" y="352044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90872" y="3520440"/>
            <a:ext cx="42519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3547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Delete a file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754112" y="357530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922776"/>
            <a:ext cx="40233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73752" y="39410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os.remove()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0600" y="425196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removes file — no recycle bin!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Files —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Using open() in write mode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373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open('report.txt', 'w') as fobj: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26735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fobj.write('Report generated.\n')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2097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fobj.write('All values saved.')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57459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is created and closed automatically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2821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8183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open() in exclusive create mode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3545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'x' mode: fails if file already exists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18907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34269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open('new_file.txt', 'x') as fobj: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49631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fobj.write('Created fresh!')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64993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FileExistsError: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0355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print('File already exists!')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95717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11078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3: Append mode creates if not exists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open('log.txt', 'a') as fobj: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41802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fobj.write('New log entry\n')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57164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2526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4: Create a binary file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7888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open('data.bin', 'wb') as fobj: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03250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fobj.write(bytes([0x50, 0x79, 0x74, 0x68]))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18612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33974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5: Write multiple lines at once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49336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= ['Line 1\n', 'Line 2\n', 'Line 3\n']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4698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open('multi.txt', 'w') as fobj: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fobj.writelines(lines)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Quick Reference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87568" y="1298448"/>
            <a:ext cx="3977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87568" y="1298448"/>
            <a:ext cx="658368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129844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129844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— creates or overwrites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87568" y="1865376"/>
            <a:ext cx="39776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87568" y="1865376"/>
            <a:ext cx="658368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87568" y="186537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0" y="1865376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create — fails if exists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87568" y="2432304"/>
            <a:ext cx="3977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87568" y="2432304"/>
            <a:ext cx="658368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87568" y="243230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00800" y="243230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— creates if not exists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87568" y="2999232"/>
            <a:ext cx="39776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87568" y="2999232"/>
            <a:ext cx="658368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87568" y="29992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'wb'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400800" y="299923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binary — for non-text data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87568" y="3566160"/>
            <a:ext cx="3977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87568" y="3566160"/>
            <a:ext cx="658368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87568" y="35661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'w+'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00800" y="35661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read in same session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687568" y="4160520"/>
            <a:ext cx="306324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79008" y="418795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'w' mode erases existing content immediately when the file is opened!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Checking File Existence &amp; Statistics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373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26735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Check if file or folder exists ---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2097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print(os.path.exists('report.txt'))   # True/False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57459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print(os.path.isfile('report.txt'))   # True if file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2821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print(os.path.isdir('logs'))          # True if folder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8183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3545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Safe open: only if file exists ---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18907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 = 'data.txt'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34269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os.path.exists(filename):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49631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open(filename, 'r') as fobj: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64993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 = fobj.read()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0355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print(content)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95717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11078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print('File not found:', filename)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41802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Get file statistics ---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57164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 = os.stat('report.txt')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2526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print('Size:    ', stats.st_size, 'bytes')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7888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print('Modified:', stats.st_mtime)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03250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print('Created: ', stats.st_ctime)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18612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33974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Human-readable file size ---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49336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datetime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4698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mod_time = datetime.datetime.fromtimestamp(stats.st_mtime)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print('Last modified:', mod_time)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os.stat() Fields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87568" y="1298448"/>
            <a:ext cx="30632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33288" y="13167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st_size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13167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 in bytes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87568" y="1700784"/>
            <a:ext cx="30632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33288" y="17190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st_mtime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1719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modification time (Unix timestamp)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87568" y="2103120"/>
            <a:ext cx="30632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33288" y="21214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st_ctime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21214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time (or metadata change on Linux)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87568" y="2505456"/>
            <a:ext cx="30632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33288" y="252374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st_atime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2523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access time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87568" y="2907792"/>
            <a:ext cx="30632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33288" y="29260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st_mode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49440" y="2926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permissions and type bits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87568" y="3310128"/>
            <a:ext cx="30632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33288" y="33284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st_uid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49440" y="33284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of file owner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87568" y="3712464"/>
            <a:ext cx="30632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33288" y="37307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st_gid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49440" y="37307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ID of file owner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687568" y="4160520"/>
            <a:ext cx="306324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79008" y="4206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datetime.datetime.fromtimestamp() to convert Unix time to human-readable format.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Copying Files with shutil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shutil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373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26735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2097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shutil.copyfile(): copy content only ---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57459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shutil.copyfile('report.txt', 'report_bk.txt')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2821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Copies bytes only; no permissions/metadata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8183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3545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shutil.copy(): copy + permissions ---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18907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shutil.copy('report.txt', 'backup/report.txt')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34269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Also copies file permissions (chmod bits)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49631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64993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shutil.copy2(): copy + ALL metadata ---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0355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shutil.copy2('report.txt', 'archive/report.txt')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95717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Preserves timestamps + permissions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11078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Copy into a directory ---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41802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shutil.copy('report.txt', 'backups/')  # keeps name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57164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2526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Safe copy with existence check ---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7888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= 'data.csv'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03250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 = 'data_backup.csv'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18612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os.path.exists(src):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33974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shutil.copyfile(src, dst)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49336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print('Copied:', src, '→', dst)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4698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 = os.stat(dst).st_size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print('Backup size:', size, 'bytes')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95421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510783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print('Source file not found!')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shutil Functions Compared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87568" y="1298448"/>
            <a:ext cx="3063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132588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copyfile(src, dst)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760720" y="155448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✓  Perms: No  Meta: No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60720" y="175564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Fastest. dst must be full path.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87568" y="2011680"/>
            <a:ext cx="30632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203911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copy(src, dst)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760720" y="226771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✓  Perms: Yes  Meta: No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60720" y="246888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chmod bits too.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87568" y="2724912"/>
            <a:ext cx="3063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275234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copy2(src, dst)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760720" y="29809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✓  Perms: Yes  Meta: Yes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760720" y="31821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true archive copies.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87568" y="3438144"/>
            <a:ext cx="30632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346557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copytree(s, d)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760720" y="369417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✓  Perms: Yes  Meta: Yes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760720" y="389534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an entire directory tree.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Renaming &amp; Moving Files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373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26735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Rename a file ---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2097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os.rename('old_name.txt', 'new_name.txt')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57459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2821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Move a file to another directory ---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8183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os.rename('report.txt', 'archive/report.txt')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3545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function! Moving = renaming the path.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18907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34269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Safe rename: check src exists first ---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49631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= 'draft.txt'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64993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 = 'final.txt'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0355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os.path.exists(src):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95717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os.path.exists(dst):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11078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os.rename(src, dst)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print('Renamed to:', dst)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41802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57164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print('Destination already exists!')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2526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7888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print('Source not found:', src)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03250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18612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shutil.move() is more powerful ---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33974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shutil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49336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shutil.move('file.txt', 'new_folder/')  # move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4698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shutil.move('file.txt', 'renamed.txt')  # rename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shutil.move() works ACROSS different drives too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os.rename() vs shutil.move()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687568" y="1298448"/>
            <a:ext cx="3063240" cy="1261872"/>
          </a:xfrm>
          <a:prstGeom prst="rect">
            <a:avLst/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13533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os.rename(src, dst)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779008" y="162763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into the os module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79008" y="185623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Renames within the same drive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779008" y="208483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Fails across different drives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79008" y="231343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dst must NOT already exist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87568" y="2688336"/>
            <a:ext cx="3063240" cy="126187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79008" y="27432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shutil.move(src, dst)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779008" y="301752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import shutil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779008" y="324612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across different drives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779008" y="347472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rename and move at once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79008" y="370332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Overwrites dst if it exists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87568" y="4160520"/>
            <a:ext cx="306324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79008" y="4206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Prefer shutil.move() for robustness — handles edge cases os.rename() can't.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Deleting Files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373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26735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Delete a single file ---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2097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os.remove('temp.txt')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57459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is gone permanently — no recycle bin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2821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8183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Safe delete: check first ---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3545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 = 'old_report.txt'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18907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os.path.exists(filename):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34269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os.remove(filename)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49631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print('Deleted:', filename)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64993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0355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print('File not found:', filename)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95717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11078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Handle errors with try/except ---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41802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os.remove('locked_file.txt')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57164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print('Deleted successfully')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2526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FileNotFoundError: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7888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print('File does not exist')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03250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PermissionError: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18612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print('No permission to delete')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33974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OSError as err: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49336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print('Error:', err)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4698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os.unlink() is identical to os.remove() ---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95421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os.unlink('same_as_remove.txt')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Deletion Warnings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87568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🗑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080760" y="129844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undo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080760" y="1572768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os.remove() bypasses the recycle bin. Deletion is permanent and immediate.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87568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080760" y="201168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Directories: use rmdir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080760" y="2286000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os.remove() only works on files. To remove a directory, use os.rmdir() instead.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8756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080760" y="272491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matter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080760" y="299923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Linux/Mac, you must have write permission on the file and its parent directory.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87568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080760" y="343814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before production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080760" y="3712464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test deletion logic with safe print() statements before running for real.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File Operations Program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shutil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373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26735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fname = 'notes.txt'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2097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57459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Create the file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2821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open(fname, 'w') as fobj: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8183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fobj.write('Python notes\n')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3545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fobj.write('File I/O chapter\n')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18907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34269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Verify it exists + get stats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49631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os.path.isfile(fname):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64993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info = os.stat(fname)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0355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print('Size:', info.st_size, 'bytes')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95717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11078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Copy to backup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= 'notes_backup.txt'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418027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shutil.copyfile(fname, backup)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57164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print('Backup created:', backup)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25266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78885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Rename original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032504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os.rename(fname, 'notes_final.txt')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186123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print('Renamed to notes_final.txt')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33974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493362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5: Delete backup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46981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os.path.exists(backup):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os.remove(backup)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954219"/>
            <a:ext cx="4892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print('Backup deleted')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This Program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87568" y="1298448"/>
            <a:ext cx="306324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87568" y="1298448"/>
            <a:ext cx="292608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1298448"/>
            <a:ext cx="292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035040" y="13258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open()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35040" y="15727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open('name','w')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87568" y="1956816"/>
            <a:ext cx="3063240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87568" y="1956816"/>
            <a:ext cx="292608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1956816"/>
            <a:ext cx="292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035040" y="19842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+ read stats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35040" y="22311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os.isfile() + os.stat()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87568" y="2615184"/>
            <a:ext cx="306324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87568" y="2615184"/>
            <a:ext cx="292608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87568" y="2615184"/>
            <a:ext cx="292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035040" y="26426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to backup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035040" y="28895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shutil.copyfile()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87568" y="3273552"/>
            <a:ext cx="3063240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87568" y="3273552"/>
            <a:ext cx="292608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87568" y="3273552"/>
            <a:ext cx="292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035040" y="33009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original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035040" y="35478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os.rename()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687568" y="3931920"/>
            <a:ext cx="306324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87568" y="3931920"/>
            <a:ext cx="292608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87568" y="3931920"/>
            <a:ext cx="292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035040" y="3959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safely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035040" y="42062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os.path.exists() + os.remove()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3B Summary — File Operations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77640" cy="932688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1498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Creating Files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34416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 in 'w' mode creates the file. Use 'x' mode to create exclusively. 'a' appends.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3977640" cy="932688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01498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Checking Existence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34416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os.path.exists() — True/False. os.path.isfile() for files, os.path.isdir() for dirs.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3977640" cy="932688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06654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File Statistics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239572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os.stat() returns st_size, st_mtime, st_ctime, st_atime and more. Use datetime to format.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011680"/>
            <a:ext cx="3977640" cy="932688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206654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Copying Files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39572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shutil.copyfile() — content only. shutil.copy() adds perms. shutil.copy2() adds metadata.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3977640" cy="932688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311810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Renaming &amp; Moving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" y="344728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os.rename(old, new) works for both. Use shutil.move() for cross-drive moves.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063240"/>
            <a:ext cx="3977640" cy="932688"/>
          </a:xfrm>
          <a:prstGeom prst="rect">
            <a:avLst/>
          </a:prstGeom>
          <a:solidFill>
            <a:srgbClr val="3B0A0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0328" y="311810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Deleting Files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0328" y="344728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os.remove() is permanent — no undo. Always check existence first. Use try/except.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46227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Part 3C — Directory &amp; Path Operations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2026-03-08T04:48:23Z</dcterms:created>
  <dcterms:modified xsi:type="dcterms:W3CDTF">2026-03-08T04:48:23Z</dcterms:modified>
</cp:coreProperties>
</file>