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3D21208-989C-44A5-9C12-C776BE2A9BDD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4CDC49-C422-42CF-89A5-7439D19D244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ACB807-0D28-4B4C-B536-B7CAECEF88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37E1CA-B9B2-40CA-B722-8B8F6764A0A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BEEA6A-7B0C-42DF-8203-EF373F07D40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820220B-A52F-4851-8ED3-CE3845D0081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9D35C2-C491-47C8-BC60-EE762D3956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C5624D-A3E6-4D7B-8D0F-91E12F6062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F4B49E-2EA7-4854-96C9-9B92784AC8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A08A3C-B1CA-47F1-AB18-A03F45DC95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97E6CE-FB24-4AAD-8657-063C620E1B3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E93D23-D28A-43A7-A6DA-15758CF474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411480" y="411480"/>
            <a:ext cx="959760" cy="959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411480" y="411480"/>
            <a:ext cx="959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Pt.2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155448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4884a"/>
                </a:solidFill>
                <a:latin typeface="Calibri"/>
              </a:rPr>
              <a:t>Python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457200" y="188352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Exception</a:t>
            </a:r>
            <a:endParaRPr b="0" lang="en-IN" sz="4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Handling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32918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4884a"/>
                </a:solidFill>
                <a:latin typeface="Calibri"/>
              </a:rPr>
              <a:t>Attribute · Index · Key · File &amp; I/O Errors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57200" y="37490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Shape 7"/>
          <p:cNvSpPr/>
          <p:nvPr/>
        </p:nvSpPr>
        <p:spPr>
          <a:xfrm>
            <a:off x="457200" y="37490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585360" y="37490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AttributeError — method or attribute doesn't exist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800600" y="37490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0"/>
          <p:cNvSpPr/>
          <p:nvPr/>
        </p:nvSpPr>
        <p:spPr>
          <a:xfrm>
            <a:off x="4800600" y="37490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4928760" y="37490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IndexError — list index out of valid range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457200" y="426096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13"/>
          <p:cNvSpPr/>
          <p:nvPr/>
        </p:nvSpPr>
        <p:spPr>
          <a:xfrm>
            <a:off x="457200" y="426096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4"/>
          <p:cNvSpPr/>
          <p:nvPr/>
        </p:nvSpPr>
        <p:spPr>
          <a:xfrm>
            <a:off x="585360" y="426096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KeyError — dictionary key not found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4800600" y="426096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16"/>
          <p:cNvSpPr/>
          <p:nvPr/>
        </p:nvSpPr>
        <p:spPr>
          <a:xfrm>
            <a:off x="4800600" y="426096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7"/>
          <p:cNvSpPr/>
          <p:nvPr/>
        </p:nvSpPr>
        <p:spPr>
          <a:xfrm>
            <a:off x="4928760" y="426096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StopIteration — iterator exhausted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457200" y="47732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Shape 19"/>
          <p:cNvSpPr/>
          <p:nvPr/>
        </p:nvSpPr>
        <p:spPr>
          <a:xfrm>
            <a:off x="457200" y="47732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20"/>
          <p:cNvSpPr/>
          <p:nvPr/>
        </p:nvSpPr>
        <p:spPr>
          <a:xfrm>
            <a:off x="585360" y="47732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FileNotFoundError — file/path doesn't exist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4800600" y="47732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22"/>
          <p:cNvSpPr/>
          <p:nvPr/>
        </p:nvSpPr>
        <p:spPr>
          <a:xfrm>
            <a:off x="4800600" y="47732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3"/>
          <p:cNvSpPr/>
          <p:nvPr/>
        </p:nvSpPr>
        <p:spPr>
          <a:xfrm>
            <a:off x="4928760" y="47732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PermissionError — OS access denied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0" y="12801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🔧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914400" y="228600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Attribute Errors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9144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aaaaa"/>
                </a:solidFill>
                <a:latin typeface="Calibri"/>
              </a:rPr>
              <a:t>Calling methods or accessing properties that don't exist on an object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ATTRIBUTE ERRORS   ›   AttributeError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AttributeError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you try to access or call an attribute/method that doesn't exist on the object.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274320" y="1325880"/>
            <a:ext cx="5668920" cy="5902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list has .append(), not .push()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items = ['apple', 'mango', 'banana']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items.push('cherry')       # JS habit — wrong!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AttributeError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print('AttributeError:',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items.append('cherry')     # correct Python way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print('Fixed list:', items)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None has no attributes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find_user(name):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None                # user not found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user = find_user('Alice')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print(user.email)          # None has no .email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4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AttributeError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5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print('AttributeError:',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6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check before access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if user is not None: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9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print(user.email)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0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1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print('User not found — cannot read email')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2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Use hasattr() to check safely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4" name="Text 33"/>
          <p:cNvSpPr/>
          <p:nvPr/>
        </p:nvSpPr>
        <p:spPr>
          <a:xfrm>
            <a:off x="438840" y="6546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sample_obj = items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5" name="Text 34"/>
          <p:cNvSpPr/>
          <p:nvPr/>
        </p:nvSpPr>
        <p:spPr>
          <a:xfrm>
            <a:off x="438840" y="6743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print(hasattr(sample_obj, 'append'))  #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6" name="Text 35"/>
          <p:cNvSpPr/>
          <p:nvPr/>
        </p:nvSpPr>
        <p:spPr>
          <a:xfrm>
            <a:off x="438840" y="6940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print(hasattr(sample_obj, 'push'))    # 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7" name="Shape 36"/>
          <p:cNvSpPr/>
          <p:nvPr/>
        </p:nvSpPr>
        <p:spPr>
          <a:xfrm>
            <a:off x="6126480" y="1325880"/>
            <a:ext cx="2742840" cy="59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Shape 37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38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0" name="Text 39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dir(obj) to list all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11" name="Text 40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available attributes.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12" name="Text 41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42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Guard with hasattr():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14" name="Text 43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hasattr(obj, 'name'):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5" name="Text 44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print(obj.name)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6" name="Text 45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46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for None returns: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18" name="Text 47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result is not None: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9" name="Text 48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result.method()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0" name="Text 49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50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getattr() with default: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22" name="Text 51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getattr(obj,'x', 'N/A')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3" name="Shape 52"/>
          <p:cNvSpPr/>
          <p:nvPr/>
        </p:nvSpPr>
        <p:spPr>
          <a:xfrm>
            <a:off x="274320" y="7411320"/>
            <a:ext cx="8595000" cy="152676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Text 53"/>
          <p:cNvSpPr/>
          <p:nvPr/>
        </p:nvSpPr>
        <p:spPr>
          <a:xfrm>
            <a:off x="438840" y="746604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5" name="Text 54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AttributeError: 'list' object has no attribute 'push'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6" name="Text 55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Fixed list: ['apple', 'mango', 'banana', 'cherry']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7" name="Text 56"/>
          <p:cNvSpPr/>
          <p:nvPr/>
        </p:nvSpPr>
        <p:spPr>
          <a:xfrm>
            <a:off x="438840" y="80787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AttributeError: 'NoneType' object has no attribute 'email'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8" name="Text 57"/>
          <p:cNvSpPr/>
          <p:nvPr/>
        </p:nvSpPr>
        <p:spPr>
          <a:xfrm>
            <a:off x="438840" y="82753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User not found — cannot read email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9" name="Text 58"/>
          <p:cNvSpPr/>
          <p:nvPr/>
        </p:nvSpPr>
        <p:spPr>
          <a:xfrm>
            <a:off x="438840" y="84718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0" name="Text 59"/>
          <p:cNvSpPr/>
          <p:nvPr/>
        </p:nvSpPr>
        <p:spPr>
          <a:xfrm>
            <a:off x="438840" y="86684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0" y="12801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📋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914400" y="228600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Collection Errors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9144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aaaaa"/>
                </a:solidFill>
                <a:latin typeface="Calibri"/>
              </a:rPr>
              <a:t>Accessing positions or keys that don't exist in lists, tuples, or dictionaries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COLLECTION ERRORS   ›   IndexError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IndexError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 sequence (list, tuple, string) is accessed with an index that is out of range.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274320" y="1325880"/>
            <a:ext cx="5668920" cy="5902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index beyond list length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scores = [88, 72, 95, 61, 78]    # indices 0 to 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print('6th score:', scores[5])  # no index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IndexError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print('IndexError:',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negative index that's too far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print(scores[-10])            # only -5 to -1 valid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IndexError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print('IndexError (negative):',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3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empty list access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5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empty = []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6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7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first = empty[0]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8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IndexError: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9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print('Cannot index an empty list!')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0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Safe patterns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2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idx =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3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safe = scores[idx] if idx &lt; len(scores) else 'N/A'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4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print('Safe access:', safe)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.get() equivalent for lists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7" name="Text 33"/>
          <p:cNvSpPr/>
          <p:nvPr/>
        </p:nvSpPr>
        <p:spPr>
          <a:xfrm>
            <a:off x="438840" y="6546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list_get(lst, i, default=None):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8" name="Text 34"/>
          <p:cNvSpPr/>
          <p:nvPr/>
        </p:nvSpPr>
        <p:spPr>
          <a:xfrm>
            <a:off x="438840" y="6743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lst[i] if 0 &lt;= i &lt; len(lst) else default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Text 35"/>
          <p:cNvSpPr/>
          <p:nvPr/>
        </p:nvSpPr>
        <p:spPr>
          <a:xfrm>
            <a:off x="438840" y="6940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print(list_get(scores, 5, 0))    # 0 (default)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0" name="Shape 36"/>
          <p:cNvSpPr/>
          <p:nvPr/>
        </p:nvSpPr>
        <p:spPr>
          <a:xfrm>
            <a:off x="6126480" y="1325880"/>
            <a:ext cx="2742840" cy="59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Shape 37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38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3" name="Text 39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Always check bounds first: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74" name="Text 40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idx &lt; len(lst):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5" name="Text 41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val = lst[idx]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6" name="Text 42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43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for empty list: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78" name="Text 44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lst:  # truthy if non-empty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9" name="Text 45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first = lst[0]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0" name="Text 46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47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enumerate() to avoid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82" name="Text 48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manual index tracking.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83" name="Text 49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50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lst[-1] for last item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85" name="Text 51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(safe when lst is not empty).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86" name="Shape 52"/>
          <p:cNvSpPr/>
          <p:nvPr/>
        </p:nvSpPr>
        <p:spPr>
          <a:xfrm>
            <a:off x="274320" y="7411320"/>
            <a:ext cx="8595000" cy="133020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Text 53"/>
          <p:cNvSpPr/>
          <p:nvPr/>
        </p:nvSpPr>
        <p:spPr>
          <a:xfrm>
            <a:off x="438840" y="746604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8" name="Text 54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IndexError: list index out of range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9" name="Text 55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IndexError (negative): list index out of range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0" name="Text 56"/>
          <p:cNvSpPr/>
          <p:nvPr/>
        </p:nvSpPr>
        <p:spPr>
          <a:xfrm>
            <a:off x="438840" y="80787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Cannot index an empty list!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1" name="Text 57"/>
          <p:cNvSpPr/>
          <p:nvPr/>
        </p:nvSpPr>
        <p:spPr>
          <a:xfrm>
            <a:off x="438840" y="82753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Safe access: N/A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Text 58"/>
          <p:cNvSpPr/>
          <p:nvPr/>
        </p:nvSpPr>
        <p:spPr>
          <a:xfrm>
            <a:off x="438840" y="84718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COLLECTION ERRORS   ›   KeyError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KeyError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 dictionary key that does not exist is accessed using square-bracket notation.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274320" y="1325880"/>
            <a:ext cx="5668920" cy="609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9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accessing a missing key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profile = {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'name':  'Priya',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'city':  'Pune',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'score': 94,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}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print('Email:', profile['email'])  # key missing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KeyError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print('KeyError — missing key:',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case-sensitive keys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2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print(profile['Name'])  # 'name' exists, not 'Name'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4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KeyError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5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print('KeyError (case mismatch):',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6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Fix 1 — dict.get() returns None by default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8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email = profile.get('email')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9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print('Email via .get():', email)         # None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0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Fix 2 — dict.get() with a custom default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2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email = profile.get('email', 'not set')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3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print('Email with default:', email)       # not set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4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Fix 3 — check key existence first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6" name="Text 33"/>
          <p:cNvSpPr/>
          <p:nvPr/>
        </p:nvSpPr>
        <p:spPr>
          <a:xfrm>
            <a:off x="438840" y="6546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if 'email' in profile: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7" name="Text 34"/>
          <p:cNvSpPr/>
          <p:nvPr/>
        </p:nvSpPr>
        <p:spPr>
          <a:xfrm>
            <a:off x="438840" y="6743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print(profile['email'])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Text 35"/>
          <p:cNvSpPr/>
          <p:nvPr/>
        </p:nvSpPr>
        <p:spPr>
          <a:xfrm>
            <a:off x="438840" y="6940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Text 36"/>
          <p:cNvSpPr/>
          <p:nvPr/>
        </p:nvSpPr>
        <p:spPr>
          <a:xfrm>
            <a:off x="438840" y="7137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print('No email on record')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0" name="Shape 37"/>
          <p:cNvSpPr/>
          <p:nvPr/>
        </p:nvSpPr>
        <p:spPr>
          <a:xfrm>
            <a:off x="6126480" y="1325880"/>
            <a:ext cx="2742840" cy="609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Shape 38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39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3" name="Text 40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Prefer .get() over [ ]: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34" name="Text 41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val = d.get('key', '')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5" name="Text 42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43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key existence: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37" name="Text 44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'key' in my_dict: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8" name="Text 45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46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defaultdict for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40" name="Text 47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auto-created keys: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41" name="Text 48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from collections import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2" name="Text 49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defaultdict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3" name="Text 50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d = defaultdict(list)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4" name="Text 51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52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Keys are case-sensitive!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46" name="Shape 53"/>
          <p:cNvSpPr/>
          <p:nvPr/>
        </p:nvSpPr>
        <p:spPr>
          <a:xfrm>
            <a:off x="274320" y="7607880"/>
            <a:ext cx="8595000" cy="133020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7" name="Text 54"/>
          <p:cNvSpPr/>
          <p:nvPr/>
        </p:nvSpPr>
        <p:spPr>
          <a:xfrm>
            <a:off x="438840" y="76626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8" name="Text 55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KeyError — missing key: 'email'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9" name="Text 56"/>
          <p:cNvSpPr/>
          <p:nvPr/>
        </p:nvSpPr>
        <p:spPr>
          <a:xfrm>
            <a:off x="438840" y="80787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KeyError (case mismatch): 'Name'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0" name="Text 57"/>
          <p:cNvSpPr/>
          <p:nvPr/>
        </p:nvSpPr>
        <p:spPr>
          <a:xfrm>
            <a:off x="438840" y="82753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Email via .get(): None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1" name="Text 58"/>
          <p:cNvSpPr/>
          <p:nvPr/>
        </p:nvSpPr>
        <p:spPr>
          <a:xfrm>
            <a:off x="438840" y="84718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Email with default: not set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Text 59"/>
          <p:cNvSpPr/>
          <p:nvPr/>
        </p:nvSpPr>
        <p:spPr>
          <a:xfrm>
            <a:off x="438840" y="86684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No email on record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COLLECTION ERRORS   ›   StopIteration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5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StopIteration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by next() when an iterator has no more items to produce.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274320" y="1325880"/>
            <a:ext cx="5668920" cy="4329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9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calling next() past the end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colors = ['red', 'green', 'blue']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color_iter = iter(colors)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print(next(color_iter))   # red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print(next(color_iter))   # green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print(next(color_iter))   # blue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print(next(color_iter))  # iterator exhausted!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StopIteration: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print('No more colors — iterator exhausted')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safe: next() with a default value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fresh_iter = iter([10, 20])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4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print(next(fresh_iter, 'done'))   # 10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print(next(fresh_iter, 'done'))   # 20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print(next(fresh_iter, 'done'))   # done  ← no error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for loop handles StopIteration auto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9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for color in colors:      # always the safest way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0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print('Color:', color)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1" name="Shape 28"/>
          <p:cNvSpPr/>
          <p:nvPr/>
        </p:nvSpPr>
        <p:spPr>
          <a:xfrm>
            <a:off x="6126480" y="1325880"/>
            <a:ext cx="2742840" cy="432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2" name="Shape 29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30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4" name="Text 31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for loops — they handle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85" name="Text 32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StopIteration automatically.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86" name="Text 33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34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next() with a default: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88" name="Text 35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next(it, 'fallback')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9" name="Text 36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→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never raises exception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0" name="Text 37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38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Convert iterator to list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2" name="Text 39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when random access needed: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3" name="Text 40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items = list(my_iter)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4" name="Text 41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42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with hasattr or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6" name="Text 43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wrap in try/except.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7" name="Shape 44"/>
          <p:cNvSpPr/>
          <p:nvPr/>
        </p:nvSpPr>
        <p:spPr>
          <a:xfrm>
            <a:off x="274320" y="5838480"/>
            <a:ext cx="8595000" cy="191988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8" name="Text 45"/>
          <p:cNvSpPr/>
          <p:nvPr/>
        </p:nvSpPr>
        <p:spPr>
          <a:xfrm>
            <a:off x="438840" y="58932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9" name="Text 46"/>
          <p:cNvSpPr/>
          <p:nvPr/>
        </p:nvSpPr>
        <p:spPr>
          <a:xfrm>
            <a:off x="438840" y="61128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red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0" name="Text 47"/>
          <p:cNvSpPr/>
          <p:nvPr/>
        </p:nvSpPr>
        <p:spPr>
          <a:xfrm>
            <a:off x="438840" y="63093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green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1" name="Text 48"/>
          <p:cNvSpPr/>
          <p:nvPr/>
        </p:nvSpPr>
        <p:spPr>
          <a:xfrm>
            <a:off x="438840" y="65059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blue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2" name="Text 49"/>
          <p:cNvSpPr/>
          <p:nvPr/>
        </p:nvSpPr>
        <p:spPr>
          <a:xfrm>
            <a:off x="438840" y="67024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No more colors — iterator exhausted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3" name="Text 50"/>
          <p:cNvSpPr/>
          <p:nvPr/>
        </p:nvSpPr>
        <p:spPr>
          <a:xfrm>
            <a:off x="438840" y="68990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10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4" name="Text 51"/>
          <p:cNvSpPr/>
          <p:nvPr/>
        </p:nvSpPr>
        <p:spPr>
          <a:xfrm>
            <a:off x="438840" y="70956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20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5" name="Text 52"/>
          <p:cNvSpPr/>
          <p:nvPr/>
        </p:nvSpPr>
        <p:spPr>
          <a:xfrm>
            <a:off x="438840" y="72925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done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6" name="Text 53"/>
          <p:cNvSpPr/>
          <p:nvPr/>
        </p:nvSpPr>
        <p:spPr>
          <a:xfrm>
            <a:off x="438840" y="74890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Color: red    Color: green    Color: blue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/>
          <p:nvPr/>
        </p:nvSpPr>
        <p:spPr>
          <a:xfrm>
            <a:off x="0" y="12801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📁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914400" y="228600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File &amp; I/O Errors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09" name="Text 2"/>
          <p:cNvSpPr/>
          <p:nvPr/>
        </p:nvSpPr>
        <p:spPr>
          <a:xfrm>
            <a:off x="9144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aaaaa"/>
                </a:solidFill>
                <a:latin typeface="Calibri"/>
              </a:rPr>
              <a:t>Reading, writing, or accessing files and directories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FILE &amp; I/O ERRORS   ›   FileNotFoundError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2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FileNotFoundError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 file or directory is requested but cannot be found at the specified path.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5" name="Shape 5"/>
          <p:cNvSpPr/>
          <p:nvPr/>
        </p:nvSpPr>
        <p:spPr>
          <a:xfrm>
            <a:off x="274320" y="1325880"/>
            <a:ext cx="5668920" cy="5705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6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17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8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opening a file that doesn't exist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0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1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open('reports/annual.txt', 'r')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2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data = f.read()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3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print(data)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4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FileNotFoundError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5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print('FileNotFoundError:',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6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safe read with existence check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8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filepath = 'reports/annual.txt'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9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if os.path.exists(filepath):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0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open(filepath, 'r')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1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print(f.read())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2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3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print(f'File not found: {filepath}')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4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create file if missing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6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config_path = 'config.txt'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7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8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open(config_path, 'r')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9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settings = f.read()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0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FileNotFoundError: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1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print('Config missing — creating default...')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2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open(config_path, 'w')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3" name="Text 33"/>
          <p:cNvSpPr/>
          <p:nvPr/>
        </p:nvSpPr>
        <p:spPr>
          <a:xfrm>
            <a:off x="438840" y="6546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f.write('theme=dark\nfont_size=14\n')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4" name="Text 34"/>
          <p:cNvSpPr/>
          <p:nvPr/>
        </p:nvSpPr>
        <p:spPr>
          <a:xfrm>
            <a:off x="438840" y="6743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print('Default config created!')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5" name="Shape 35"/>
          <p:cNvSpPr/>
          <p:nvPr/>
        </p:nvSpPr>
        <p:spPr>
          <a:xfrm>
            <a:off x="6126480" y="1325880"/>
            <a:ext cx="2742840" cy="5705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6" name="Shape 36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37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8" name="Text 38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before opening: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49" name="Text 39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os.path.exists(path)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0" name="Text 40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os.path.isfile(path)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1" name="Text 41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42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pathlib for clarity: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3" name="Text 43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from pathlib import Path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4" name="Text 44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p = Path('file.txt')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5" name="Text 45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p.exists(): ...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6" name="Text 46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Text 47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Catch the error and create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8" name="Text 48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the file as a fallback.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9" name="Text 49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50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absolute paths to avoid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61" name="Text 51"/>
          <p:cNvSpPr/>
          <p:nvPr/>
        </p:nvSpPr>
        <p:spPr>
          <a:xfrm>
            <a:off x="6254640" y="42840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working-directory confusion.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62" name="Shape 52"/>
          <p:cNvSpPr/>
          <p:nvPr/>
        </p:nvSpPr>
        <p:spPr>
          <a:xfrm>
            <a:off x="274320" y="7214760"/>
            <a:ext cx="8595000" cy="113364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3" name="Text 53"/>
          <p:cNvSpPr/>
          <p:nvPr/>
        </p:nvSpPr>
        <p:spPr>
          <a:xfrm>
            <a:off x="438840" y="726948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64" name="Text 54"/>
          <p:cNvSpPr/>
          <p:nvPr/>
        </p:nvSpPr>
        <p:spPr>
          <a:xfrm>
            <a:off x="438840" y="74890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FileNotFoundError: [Errno 2] No such file or directory: 'reports/annual.txt'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5" name="Text 55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File not found: reports/annual.txt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6" name="Text 56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Config missing — creating default...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7" name="Text 57"/>
          <p:cNvSpPr/>
          <p:nvPr/>
        </p:nvSpPr>
        <p:spPr>
          <a:xfrm>
            <a:off x="438840" y="80787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Default config created!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FILE &amp; I/O ERRORS   ›   PermissionError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0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PermissionError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2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the OS denies access to a file or directory due to insufficient privileges.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3" name="Shape 5"/>
          <p:cNvSpPr/>
          <p:nvPr/>
        </p:nvSpPr>
        <p:spPr>
          <a:xfrm>
            <a:off x="274320" y="1325880"/>
            <a:ext cx="5668920" cy="5705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4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75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os, stat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6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writing to a read-only system file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8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9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open('/etc/hostname', 'w')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0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f.write('my-new-host')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1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PermissionError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2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print('PermissionError:',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3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reading a restricted file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5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6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open('/etc/shadow', 'r')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7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print(f.read())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8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PermissionError: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9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print('Access denied — root privileges needed')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0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graceful fallback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2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write_log(path, message):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3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4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open(path, 'a') as log: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5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log.write(message + '\n')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6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7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PermissionError: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8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print(f'Cannot write to {path!r} — check permissions')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9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0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Text 33"/>
          <p:cNvSpPr/>
          <p:nvPr/>
        </p:nvSpPr>
        <p:spPr>
          <a:xfrm>
            <a:off x="438840" y="6546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write_log('/var/log/app.log', 'started')  # may fail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2" name="Text 34"/>
          <p:cNvSpPr/>
          <p:nvPr/>
        </p:nvSpPr>
        <p:spPr>
          <a:xfrm>
            <a:off x="438840" y="6743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write_log('local_app.log',   'started')   # safe fallback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3" name="Shape 35"/>
          <p:cNvSpPr/>
          <p:nvPr/>
        </p:nvSpPr>
        <p:spPr>
          <a:xfrm>
            <a:off x="6126480" y="1325880"/>
            <a:ext cx="2742840" cy="5705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4" name="Shape 36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37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6" name="Text 38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Write to user-owned dirs: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07" name="Text 39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~/logs/  or  /tmp/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08" name="Text 40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Text 41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permissions first: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10" name="Text 42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os.access(path, os.W_OK)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11" name="Text 43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 44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Never run as root unless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13" name="Text 45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absolutely necessary.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14" name="Text 46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47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Provide a fallback path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16" name="Text 48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in the except block.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17" name="Text 49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50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os.chmod() to change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19" name="Text 51"/>
          <p:cNvSpPr/>
          <p:nvPr/>
        </p:nvSpPr>
        <p:spPr>
          <a:xfrm>
            <a:off x="6254640" y="42840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file permissions if needed.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20" name="Shape 52"/>
          <p:cNvSpPr/>
          <p:nvPr/>
        </p:nvSpPr>
        <p:spPr>
          <a:xfrm>
            <a:off x="274320" y="7214760"/>
            <a:ext cx="8595000" cy="113364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1" name="Text 53"/>
          <p:cNvSpPr/>
          <p:nvPr/>
        </p:nvSpPr>
        <p:spPr>
          <a:xfrm>
            <a:off x="438840" y="726948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22" name="Text 54"/>
          <p:cNvSpPr/>
          <p:nvPr/>
        </p:nvSpPr>
        <p:spPr>
          <a:xfrm>
            <a:off x="438840" y="74890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PermissionError: [Errno 13] Permission denied: '/etc/hostname'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3" name="Text 55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Access denied — root privileges needed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4" name="Text 56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Cannot write to '/var/log/app.log' — check permissions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5" name="Text 57"/>
          <p:cNvSpPr/>
          <p:nvPr/>
        </p:nvSpPr>
        <p:spPr>
          <a:xfrm>
            <a:off x="438840" y="80787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(local_app.log created successfully)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1"/>
          <p:cNvSpPr/>
          <p:nvPr/>
        </p:nvSpPr>
        <p:spPr>
          <a:xfrm>
            <a:off x="41148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Key Takeaways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28" name="Shape 2"/>
          <p:cNvSpPr/>
          <p:nvPr/>
        </p:nvSpPr>
        <p:spPr>
          <a:xfrm>
            <a:off x="411480" y="100584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Shape 3"/>
          <p:cNvSpPr/>
          <p:nvPr/>
        </p:nvSpPr>
        <p:spPr>
          <a:xfrm>
            <a:off x="411480" y="111564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Text 4"/>
          <p:cNvSpPr/>
          <p:nvPr/>
        </p:nvSpPr>
        <p:spPr>
          <a:xfrm>
            <a:off x="411480" y="1115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868680" y="100584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AttributeError — use hasattr(), dir(), or getattr(obj,'x',default) to check before accessing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2" name="Shape 6"/>
          <p:cNvSpPr/>
          <p:nvPr/>
        </p:nvSpPr>
        <p:spPr>
          <a:xfrm>
            <a:off x="411480" y="171900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Shape 7"/>
          <p:cNvSpPr/>
          <p:nvPr/>
        </p:nvSpPr>
        <p:spPr>
          <a:xfrm>
            <a:off x="411480" y="182880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Text 8"/>
          <p:cNvSpPr/>
          <p:nvPr/>
        </p:nvSpPr>
        <p:spPr>
          <a:xfrm>
            <a:off x="411480" y="1828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5" name="Text 9"/>
          <p:cNvSpPr/>
          <p:nvPr/>
        </p:nvSpPr>
        <p:spPr>
          <a:xfrm>
            <a:off x="868680" y="171900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IndexError — always check index &lt; len(lst) or use a helper with a default value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6" name="Shape 10"/>
          <p:cNvSpPr/>
          <p:nvPr/>
        </p:nvSpPr>
        <p:spPr>
          <a:xfrm>
            <a:off x="411480" y="243216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Shape 11"/>
          <p:cNvSpPr/>
          <p:nvPr/>
        </p:nvSpPr>
        <p:spPr>
          <a:xfrm>
            <a:off x="411480" y="254196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12"/>
          <p:cNvSpPr/>
          <p:nvPr/>
        </p:nvSpPr>
        <p:spPr>
          <a:xfrm>
            <a:off x="411480" y="25419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9" name="Text 13"/>
          <p:cNvSpPr/>
          <p:nvPr/>
        </p:nvSpPr>
        <p:spPr>
          <a:xfrm>
            <a:off x="868680" y="243216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KeyError — prefer dict.get(key, default) over dict[key] for optional keys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0" name="Shape 14"/>
          <p:cNvSpPr/>
          <p:nvPr/>
        </p:nvSpPr>
        <p:spPr>
          <a:xfrm>
            <a:off x="411480" y="314568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15"/>
          <p:cNvSpPr/>
          <p:nvPr/>
        </p:nvSpPr>
        <p:spPr>
          <a:xfrm>
            <a:off x="411480" y="325512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16"/>
          <p:cNvSpPr/>
          <p:nvPr/>
        </p:nvSpPr>
        <p:spPr>
          <a:xfrm>
            <a:off x="411480" y="32551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3" name="Text 17"/>
          <p:cNvSpPr/>
          <p:nvPr/>
        </p:nvSpPr>
        <p:spPr>
          <a:xfrm>
            <a:off x="868680" y="314568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StopIteration — use for loops or next(iter, default) to avoid exhausting iterators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4" name="Shape 18"/>
          <p:cNvSpPr/>
          <p:nvPr/>
        </p:nvSpPr>
        <p:spPr>
          <a:xfrm>
            <a:off x="411480" y="385884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Shape 19"/>
          <p:cNvSpPr/>
          <p:nvPr/>
        </p:nvSpPr>
        <p:spPr>
          <a:xfrm>
            <a:off x="411480" y="396864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Text 20"/>
          <p:cNvSpPr/>
          <p:nvPr/>
        </p:nvSpPr>
        <p:spPr>
          <a:xfrm>
            <a:off x="411480" y="3968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7" name="Text 21"/>
          <p:cNvSpPr/>
          <p:nvPr/>
        </p:nvSpPr>
        <p:spPr>
          <a:xfrm>
            <a:off x="868680" y="385884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FileNotFoundError — check os.path.exists() before opening; create files as fallback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8" name="Shape 22"/>
          <p:cNvSpPr/>
          <p:nvPr/>
        </p:nvSpPr>
        <p:spPr>
          <a:xfrm>
            <a:off x="411480" y="457200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Shape 23"/>
          <p:cNvSpPr/>
          <p:nvPr/>
        </p:nvSpPr>
        <p:spPr>
          <a:xfrm>
            <a:off x="411480" y="468180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 24"/>
          <p:cNvSpPr/>
          <p:nvPr/>
        </p:nvSpPr>
        <p:spPr>
          <a:xfrm>
            <a:off x="411480" y="4681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51" name="Text 25"/>
          <p:cNvSpPr/>
          <p:nvPr/>
        </p:nvSpPr>
        <p:spPr>
          <a:xfrm>
            <a:off x="868680" y="457200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PermissionError — write to user-owned directories; use os.access() to pre-check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52" name="Text 26"/>
          <p:cNvSpPr/>
          <p:nvPr/>
        </p:nvSpPr>
        <p:spPr>
          <a:xfrm>
            <a:off x="457200" y="47548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4884a"/>
                </a:solidFill>
                <a:latin typeface="Calibri"/>
              </a:rPr>
              <a:t>"Write code that expects the unexpected."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2026-03-07T14:53:36Z</dcterms:created>
  <dc:creator>PptxGenJS</dc:creator>
  <dc:description/>
  <dc:language>en-IN</dc:language>
  <cp:lastModifiedBy>PptxGenJS</cp:lastModifiedBy>
  <dcterms:modified xsi:type="dcterms:W3CDTF">2026-03-07T14:53:36Z</dcterms:modified>
  <cp:revision>1</cp:revision>
  <dc:subject>PptxGenJS Presentation</dc:subject>
  <dc:title>Python Errors Part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