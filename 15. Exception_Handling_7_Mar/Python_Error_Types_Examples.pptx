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Pt.2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Error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Examples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8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code examples for every major exception category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PYTHON ERROR CATEGORIES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Arithmetic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FloatingPointError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2011680" cy="420624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914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Type &amp; Value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42032" y="138988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20116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914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Name &amp; Scope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8304" y="138988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UnboundLocalError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14400"/>
            <a:ext cx="201168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914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Collections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94576" y="138988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StopIteration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834640"/>
            <a:ext cx="201168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834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I/O &amp; System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IsADirectoryError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0592" y="28346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50592" y="2834640"/>
            <a:ext cx="2011680" cy="42062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834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Import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542032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28346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2834640"/>
            <a:ext cx="201168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834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Runtime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18304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NotImplementedError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03136" y="283464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2834640"/>
            <a:ext cx="2011680" cy="420624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03136" y="2834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Assertion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94576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SystemExit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KeyboardInterrupt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ARITHMETIC ERRORS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</a:rPr>
              <a:t>Errors caused by illegal or impossible mathematical operations.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52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ZeroDivisionError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Dividing by zero (integer or float)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274320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Integer division by zero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numerator = 42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denominator = 0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numerator / denominator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 as e: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print('Error:', e)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2743200" cy="384048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260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1363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division by zero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88720"/>
            <a:ext cx="54864" cy="365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252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OverflowError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0712" y="1499616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Result too large for Python to represent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609344"/>
            <a:ext cx="274320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17007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383280" y="18928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383280" y="20848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 = math.exp(1000)  # e^1000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383280" y="22768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print(big)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383280" y="24688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OverflowError as e: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383280" y="26609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print('Overflow:', e)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383280" y="28529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246120" y="2862072"/>
            <a:ext cx="2743200" cy="384048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9260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31363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Overflow: math range error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188720"/>
            <a:ext cx="5486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12527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FloatingPointError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82512" y="1499616"/>
            <a:ext cx="2395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Rare: floating-point op failure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1609344"/>
            <a:ext cx="2651760" cy="1188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17007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fpectl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6355080" y="18928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FP exceptions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355080" y="20848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(platform-specific)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355080" y="22768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355080" y="24688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1.0 / 0.0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355080" y="26609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355080" y="28529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print('Float div zero')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217920" y="2862072"/>
            <a:ext cx="2651760" cy="384048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2926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31363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div zero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274320" y="3364992"/>
            <a:ext cx="8595360" cy="1435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1480" y="345643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Handling multiple arithmetic exceptions in one block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411480" y="364845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safe_divide(a, b):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11480" y="384048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11480" y="403250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ratio = a / b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11480" y="422452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  = a ** 0.5            # could be complex if a &lt; 0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11480" y="441655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round(ratio, 4)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11480" y="460857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ZeroDivisionError: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11480" y="480060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'Cannot divide by zero'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11480" y="499262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OverflowError: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411480" y="518464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'Number too large to process'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TypeError  &amp;  ValueError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TypeError: wrong kind of object for an operation.   ValueError: right type, but wrong content.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47472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TypeError —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64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Cannot add string and integer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'Price: ' + 99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TypeError as e: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4323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print('TypeError:', e)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624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8163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3008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len() doesn't work on integers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length = len(12345)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3924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TypeError as e: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print('TypeError:', e)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7764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4160520" cy="594360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75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785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can only concatenate str (not 'int') to str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 object of type 'int' has no len()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1704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ValueError — Examples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1605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6642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800600" y="18562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String that isn't a number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00600" y="20482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int('ninety')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00600" y="22402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24323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print('ValueError:', e)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2624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8163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3008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sqrt of negative number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32004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math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33924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= math.sqrt(-9)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35844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00600" y="37764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print('ValueError:', e)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663440" y="3511296"/>
            <a:ext cx="4160520" cy="594360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5753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7856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invalid literal for int() with base 10: 'ninety'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4800600" y="3977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math domain error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NameError  /  AttributeError  /  UnboundLocalError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Errors related to names, variables, and object attributes.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NameError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2487168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Using a variable that was never defined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2743200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6642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print(city_name)  # not defined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NameError as e: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40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print('NameError:', e)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323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define before use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163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city_name = 'Mumbai'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274320" y="2569464"/>
            <a:ext cx="2743200" cy="402336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33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8437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NameError: name 'city_name' is not defined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246120" y="1170432"/>
            <a:ext cx="2743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1170432"/>
            <a:ext cx="54864" cy="34747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UnboundLocalError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0712" y="1481328"/>
            <a:ext cx="2487168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Local var referenced before assignment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572768"/>
            <a:ext cx="2743200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16642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= 10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383280" y="185623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increment():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383280" y="20482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Python sees 'counter +=' below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383280" y="224028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so treats it as local var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383280" y="243230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 += 1   # ERROR!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383280" y="26243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383280" y="28163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increment()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246120" y="2569464"/>
            <a:ext cx="2743200" cy="402336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633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28437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UnboundLocalError: local var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3383280" y="30358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'counter' referenced before assign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217920" y="1170432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170432"/>
            <a:ext cx="54864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12344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AttributeError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82512" y="1481328"/>
            <a:ext cx="2395728" cy="-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Accessing a method/attr that doesn't exist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1572768"/>
            <a:ext cx="2651760" cy="9326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55080" y="16642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355080" y="1856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[3, 1, 2]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355080" y="204825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lists have no .push()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355080" y="22402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items.push(4)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355080" y="24323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AttributeError as e: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355080" y="26243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print('AttrError:', e)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355080" y="28163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items.append(4)  # fix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6217920" y="2569464"/>
            <a:ext cx="2651760" cy="402336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55080" y="26334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55080" y="28437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AttributeError: 'list' object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6355080" y="30358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 no attribute 'push'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274320" y="3081528"/>
            <a:ext cx="8595360" cy="1691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1480" y="317296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Gracefully handling all name/attribute issues in one block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411480" y="336499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display_user_info(user_obj):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11480" y="355701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411480" y="374904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print('Name:',    user_obj.full_name)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11480" y="394106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print('Age:',     user_obj.age)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11480" y="413308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print('Country:', country_label)  # might not be defined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11480" y="432511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AttributeError as e: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411480" y="451713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print(f'Missing attribute on user object — {e}')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11480" y="470916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NameError as e: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411480" y="490118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print(f'Undefined variable used — {e}')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IndexError  /  KeyError  /  StopIteration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Collection-related errors: accessing positions or keys that don't exist.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IndexError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List/tuple index out of valid range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27432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682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grades = [88, 92, 74, 65]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Only indices 0-3 are valid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585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print(grades[10])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IndexError as e: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426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print('IndexError:', e)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Safe access with default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= grades[10] if 10 &lt; len(grades) else 0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27432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62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723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IndexError: list index out of range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170432"/>
            <a:ext cx="54864" cy="365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KeyError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0712" y="1481328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Accessing a dict key that doesn't exist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1591056"/>
            <a:ext cx="274320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1682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 = {'name': 'Arjun',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3383280" y="18745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'age': 28}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383280" y="20665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383280" y="22585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print(profile['email'])  # missing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383280" y="24505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KeyError as e: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383280" y="26426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print('KeyError:', e)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38328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Safe: use .get()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383280" y="3026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= profile.get('email', 'N/A')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246120" y="2798064"/>
            <a:ext cx="27432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8620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307238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KeyError: 'email'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6217920" y="117043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1170432"/>
            <a:ext cx="54864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12344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StopIteration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82512" y="1481328"/>
            <a:ext cx="2395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Iterator exhausted — no more items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1591056"/>
            <a:ext cx="265176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55080" y="16824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iter([10, 20])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6355080" y="1874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355080" y="20665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print(next(nums))  # 10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355080" y="22585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print(next(nums))  # 20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355080" y="24505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print(next(nums))  # ERROR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355080" y="26426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StopIteration: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355080" y="2834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 more items')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6355080" y="30266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6217920" y="2798064"/>
            <a:ext cx="2651760" cy="438912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28620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30723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355080" y="326440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355080" y="34564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more items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11480" y="342900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Defensive patterns — avoid exceptions altogether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11480" y="362102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 = ['apple', 'mango', 'banana']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11480" y="381304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 = {'lang': 'Python', 'version': 3}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11480" y="40050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411480" y="419709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safe_item  = items[5]             if 5 &lt; len(items) else 'unknown'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11480" y="438912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safe_value = lookup.get('author', 'not found')  # never raises KeyError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411480" y="458114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safe_iter  = list(some_iter)      # convert to list; then index freely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FILE &amp; I/O ERRORS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Errors that occur when reading, writing, or accessing files and directories.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FileNotFoundError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File or path does not exist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91056"/>
            <a:ext cx="2743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682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open('report.txt', 'r') as f: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665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 = f.read()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585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print(content)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 as e: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426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print('File missing:', e)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Create it if absent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open('report.txt', 'w').close()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27432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70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9809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FileNotFoundError: [Errno 2]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11480" y="3172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such file: 'report.txt'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246120" y="1170432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170432"/>
            <a:ext cx="54864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12344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PermissionError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10712" y="1481328"/>
            <a:ext cx="24871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OS denies access to the file/dir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591056"/>
            <a:ext cx="27432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16824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383280" y="18745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Writing to a read-only file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383280" y="20665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open('/etc/hosts', 'w') as f: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3383280" y="22585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f.write('new entry')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383280" y="245059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PermissionError as e: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3383280" y="264261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print('Access denied:', e)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383280" y="283464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383280" y="302666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246120" y="2706624"/>
            <a:ext cx="27432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7706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2980944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PermissionError: [Errno 13]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383280" y="317296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denied: '/etc/hosts'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217920" y="117043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1170432"/>
            <a:ext cx="54864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12344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IsADirectoryError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82512" y="1481328"/>
            <a:ext cx="239572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Expected a file but got a directory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1591056"/>
            <a:ext cx="265176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55080" y="168249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6355080" y="1874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355080" y="20665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Passing a folder path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6355080" y="22585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open('/tmp/', 'r') as f: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355080" y="24505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f.read()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6355080" y="26426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IsADirectoryError as e: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355080" y="28346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print('Is a dir:', e)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6355080" y="30266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6217920" y="2706624"/>
            <a:ext cx="265176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27706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55080" y="29809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IsADirectoryError: [Errno 21]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355080" y="31729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a directory: '/tmp/'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274320" y="3246120"/>
            <a:ext cx="859536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11480" y="333756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Production-grade file reader with full error coverage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411480" y="352958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read_config(filepath):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11480" y="372160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411480" y="391363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open(filepath, 'r', encoding='utf-8') as cfg: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11480" y="410565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cfg.read()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411480" y="429768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    return f'Config {filepath!r} not found; using defaults'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11480" y="448970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PermissionError:      return f'No permission to read {filepath!r}'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411480" y="468172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IsADirectoryError:    return f'{filepath!r} is a directory, not a file'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11480" y="487375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OSError as e:         return f'OS error reading file: {e}'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ImportError  &amp;  ModuleNotFoundError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Raised when Python cannot find or load a module during import.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3657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5272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ModuleNotFoundError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38587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module you're importing doesn't exist or isn't installed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1148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pandas_xl  # non-existent package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ModuleNotFoundError as e: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print('Module missing:', e)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print('Install with: pip install pandas_xl')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numpy as np   # must be installed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np.array([1, 2, 3])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ModuleNotFoundError: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11480" y="36210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print('numpy not found — pip install numpy')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74320" y="3044952"/>
            <a:ext cx="41148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3192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 No module named 'pandas_xl'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88720"/>
            <a:ext cx="54864" cy="36576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25272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ImportError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1499616"/>
            <a:ext cx="3858768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Module found but specific name can't be imported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609344"/>
            <a:ext cx="41148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7007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00600" y="189280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'split' doesn't exist in os.path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20848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os.path import split_file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22768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ImportError as e: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4688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print('Import error:', e)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26609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285292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dependency pattern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304495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32369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ujson as json   # fast JSON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00600" y="342900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ImportError: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800600" y="36210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json            # fall back to stdlib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663440" y="3044952"/>
            <a:ext cx="411480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3192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ImportError: cannot import name 'split_file' from 'os.path'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74320" y="3611880"/>
            <a:ext cx="85039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3703320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Universal optional-import pattern used in professional libraries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11480" y="3895344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11480" y="408736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fast_lib import turbo_sort as sort_fn   # preferred fast version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11480" y="4279392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(ImportError, ModuleNotFoundError):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11480" y="4471416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builtins import sorted as sort_fn        # standard fallback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11480" y="4663440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411480" y="4855464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sort_fn([5, 1, 9, 3])  # works either way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RecursionError  &amp;  MemoryError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System resource limits: call stack depth and available RAM.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RecursionError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Function calls itself too many times, exceeding Python's stack limit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16052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print('Stack limit:', sys.getrecursionlimit())  # default 1000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countdown(n):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countdown(n - 1)  # no base case — infinite!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countdown(5000)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RecursionError as e: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print('RecursionError:', e)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11480" y="36210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74320" y="3410712"/>
            <a:ext cx="4160520" cy="512064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474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6850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limit: 1000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11480" y="38770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RecursionError: maximum recursion depth exceeded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70432"/>
            <a:ext cx="54864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MemoryError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Python ran out of available RAM for the operation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609344"/>
            <a:ext cx="416052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Attempt to allocate enormous list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giant = [0] * (10 ** 12)  # 10^12 ints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MemoryError: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print('Not enough RAM for this object')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process in chunks instead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chunked_range(total, chunk=1000):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0060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start in range(0, total, chunk):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80060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list(range(start, start + chunk))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800600" y="36210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4663440" y="3410712"/>
            <a:ext cx="4160520" cy="512064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474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36850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MemoryError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800600" y="38770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message — system ran out of RAM)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274320" y="3995928"/>
            <a:ext cx="859536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1480" y="408736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Safe recursive function — always provide a base case + depth guard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11480" y="427939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safe_factorial(n, depth=0):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11480" y="447141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depth &gt; 900: raise RecursionError('Factorial input too large')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11480" y="466344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1 if n &lt;= 1 else n * safe_factorial(n - 1, depth + 1)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AssertionError  &amp;  NotImplementedError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Developer-intent errors: contracts, tests, and abstract method stubs.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84048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AssertionError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 assert statement's condition evaluated to False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16052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calculate_bmi(weight_kg, height_m):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weight_kg &gt; 0, 'Weight must be positive'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height_m  &gt; 0, 'Height must be positive'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weight_kg / (height_m ** 2)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bmi = calculate_bmi(-70, 1.75)  # invalid weight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AssertionError as e: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print('Assertion failed:', e)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4160520" cy="438912"/>
          </a:xfrm>
          <a:prstGeom prst="rect">
            <a:avLst/>
          </a:prstGeom>
          <a:solidFill>
            <a:srgbClr val="2D0F0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AssertionError: Weight must be positive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170432"/>
            <a:ext cx="54864" cy="38404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NotImplementedError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Abstract method called on base class directly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609344"/>
            <a:ext cx="416052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Shape:   # Abstract base class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80060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NotImplementedError(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'Subclass must implement area()'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Circle(Shape):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r): self.r = r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area(self): return 3.14 * self.r**2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663440" y="3456432"/>
            <a:ext cx="4160520" cy="438912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00600" y="3730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area: 78.5  (Circle overrides correctly)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274320" y="4005072"/>
            <a:ext cx="859536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11480" y="409651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assert is your contract — use it to validate inputs at function entry points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11480" y="4288536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NotImplementedError is your stub — it forces subclasses to provide their own implementation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KeyboardInterrupt  &amp;  SystemExit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Signals and deliberate program termination — raised outside of regular logic.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KeyboardInterrupt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 pressed Ctrl+C to stop the program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1605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print('Running... press Ctrl+C to stop')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 = 0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print(f'Tick {tick}')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time.sleep(1)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 += 1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KeyboardInterrupt: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11480" y="36210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print('\nStopped by user. Cleaning up...')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274320" y="3547872"/>
            <a:ext cx="4160520" cy="512064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11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Running... press Ctrl+C to stop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11480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0   Tick 1   Tick 2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11480" y="4206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  Stopped by user. Cleaning up...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170432"/>
            <a:ext cx="54864" cy="384048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SystemExit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sys.exit() was called to terminate the program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609344"/>
            <a:ext cx="4160520" cy="1874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check_python_version():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sys.version_info &lt; (3, 8):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sys.exit('Python 3.8+ is required')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print('Version OK:', sys.version)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0060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80060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check_python_version()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480060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SystemExit as e: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800600" y="36210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print('SystemExit caught:', e)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4663440" y="3547872"/>
            <a:ext cx="4160520" cy="512064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611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38221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OK: 3.11.2 (if version &gt;= 3.8)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800600" y="40142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SystemExit caught: Python 3.8+ is required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274320" y="4178808"/>
            <a:ext cx="859536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1480" y="427024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KeyboardInterrupt and SystemExit inherit from BaseException (not Exception)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411480" y="4462272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bare  except Exception:  will NOT catch them — which is intentional!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UnicodeError  /  UnicodeDecodeError  /  UnicodeEncodeError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Errors when converting text between different character encodings (e.g. UTF-8, ASCII, Latin-1).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UnicodeDecodeError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Can't decode bytes into a string with the chosen encoding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609344"/>
            <a:ext cx="416052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raw_bytes = b'Caf\xe9'   # é in Latin-1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1148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UTF-8 can't interpret \xe9 alone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raw_bytes.decode('utf-8')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UnicodeDecodeError as e: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print('Decode failed:', e)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148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Fix: use correct encoding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1148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raw_bytes.decode('latin-1')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print('Decoded:', text)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4160520" cy="512064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failed: 'utf-8' codec can't decode byte 0xe9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11480" y="39227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Decoded: Café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70432"/>
            <a:ext cx="54864" cy="38404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23444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</a:rPr>
              <a:t>UnicodeEncodeError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1481328"/>
            <a:ext cx="39044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Can't encode a string into the chosen byte format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609344"/>
            <a:ext cx="4160520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7007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emoji_text = 'Hello 🌍'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800600" y="1892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00600" y="208483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800600" y="22768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ASCII can't represent emoji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800600" y="24688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encoded = emoji_text.encode('ascii')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800600" y="2660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UnicodeEncodeError as e: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80060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print('Encode failed:', e)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80060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Fix: use UTF-8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00600" y="32369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encoded = emoji_text.encode('utf-8')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80060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print('Encoded OK, bytes:', len(encoded))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4663440" y="3456432"/>
            <a:ext cx="4160520" cy="512064"/>
          </a:xfrm>
          <a:prstGeom prst="rect">
            <a:avLst/>
          </a:prstGeom>
          <a:solidFill>
            <a:srgbClr val="0F2D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520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37307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 failed: 'ascii' codec can't encode '🌍'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4800600" y="39227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 OK, bytes: 11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1480" y="4160520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specify encoding when opening text files to avoid silent platform differences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11480" y="4352544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'r', encoding='utf-8', errors='replace') as f:  # 'replace' instead of crashing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11480" y="4544568"/>
            <a:ext cx="836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</a:rPr>
              <a:t>COMPLETE QUICK-REFERENCE — ALL MAJOR EXCEPTIONS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233172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768096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33472" y="768096"/>
            <a:ext cx="237744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6624" y="7680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768096"/>
            <a:ext cx="2377440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7680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34072" y="768096"/>
            <a:ext cx="1426464" cy="246888"/>
          </a:xfrm>
          <a:prstGeom prst="rect">
            <a:avLst/>
          </a:prstGeom>
          <a:solidFill>
            <a:srgbClr val="1B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07224" y="7680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014984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014984"/>
            <a:ext cx="4572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14984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33472" y="1014984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01498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014984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01498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denominator != 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34072" y="1014984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7224" y="101498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261872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261872"/>
            <a:ext cx="45720" cy="24688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126187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OverflowError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33472" y="1261872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6624" y="126187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math.exp(1000)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1261872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126187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decimal or clamp input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34072" y="1261872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126187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508760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1508760"/>
            <a:ext cx="45720" cy="24688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150876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33472" y="1508760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06624" y="150876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'hi' + 5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1508760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150876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types explicitly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34072" y="1508760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07224" y="150876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1755648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1755648"/>
            <a:ext cx="45720" cy="24688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1755648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33472" y="1755648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06624" y="175564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int('abc')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1755648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175564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converting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34072" y="1755648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07224" y="175564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002536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2002536"/>
            <a:ext cx="45720" cy="246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2002536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33472" y="2002536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06624" y="200253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print(undefined_var)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29200" y="2002536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2352" y="200253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variable first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34072" y="2002536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07224" y="200253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2249424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249424"/>
            <a:ext cx="457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2249424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AttributeError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633472" y="2249424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06624" y="224942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my_list.push(1)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29200" y="2249424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02352" y="224942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dir(obj) for methods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434072" y="2249424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07224" y="22494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2496312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2496312"/>
            <a:ext cx="45720" cy="2468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" y="249631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UnboundLocalError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633472" y="2496312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06624" y="249631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f(): x+=1 (x is global)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029200" y="2496312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2352" y="249631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global x inside func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434072" y="2496312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07224" y="24963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2743200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2743200"/>
            <a:ext cx="457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" y="274320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633472" y="2743200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06624" y="274320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lst[99] on short list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29200" y="2743200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2352" y="274320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index &lt; len(lst)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434072" y="2743200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07224" y="274320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4320" y="2990088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2990088"/>
            <a:ext cx="45720" cy="246888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4048" y="2990088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633472" y="2990088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06624" y="299008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d['missing']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029200" y="2990088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02352" y="299008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d.get(key, default)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434072" y="2990088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07224" y="299008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74320" y="3236976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3236976"/>
            <a:ext cx="45720" cy="246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84048" y="3236976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633472" y="3236976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06624" y="323697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open('ghost.txt')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029200" y="3236976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02352" y="323697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os.path.exists() first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434072" y="3236976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507224" y="32369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74320" y="3483864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3483864"/>
            <a:ext cx="45720" cy="2468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4048" y="3483864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PermissionError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633472" y="3483864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06624" y="348386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open('/etc/hosts','w')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029200" y="3483864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02352" y="348386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correct permissions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434072" y="3483864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507224" y="34838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74320" y="3730752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74320" y="3730752"/>
            <a:ext cx="45720" cy="2468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84048" y="373075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ImportError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633472" y="3730752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706624" y="373075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os import nonexistent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029200" y="3730752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102352" y="3730752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module exports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7434072" y="3730752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507224" y="37307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274320" y="3977640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3977640"/>
            <a:ext cx="45720" cy="24688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4048" y="3977640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633472" y="3977640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706624" y="39776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missing_pkg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5029200" y="3977640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102352" y="39776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the package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7434072" y="3977640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507224" y="3977640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274320" y="4224528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4320" y="4224528"/>
            <a:ext cx="457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84048" y="4224528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633472" y="4224528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706624" y="422452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recursion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029200" y="4224528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102352" y="4224528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base case; check depth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7434072" y="4224528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507224" y="422452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74320" y="4471416"/>
            <a:ext cx="23317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4320" y="4471416"/>
            <a:ext cx="45720" cy="246888"/>
          </a:xfrm>
          <a:prstGeom prst="rect">
            <a:avLst/>
          </a:prstGeom>
          <a:solidFill>
            <a:srgbClr val="243460"/>
          </a:solidFill>
          <a:ln w="12700">
            <a:solidFill>
              <a:srgbClr val="24346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84048" y="4471416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AssertionError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2633472" y="4471416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706624" y="447141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False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029200" y="4471416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102352" y="447141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condition or input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7434072" y="4471416"/>
            <a:ext cx="142646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507224" y="447141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274320" y="4718304"/>
            <a:ext cx="233172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4320" y="4718304"/>
            <a:ext cx="4572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384048" y="4718304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UnicodeDecodeError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2633472" y="4718304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706624" y="471830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bytes.decode('utf-8') fails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5029200" y="4718304"/>
            <a:ext cx="2377440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102352" y="4718304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correct encoding param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7434072" y="4718304"/>
            <a:ext cx="1426464" cy="24688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507224" y="47183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84A"/>
                </a:solidFill>
              </a:rPr>
              <a:t>Python Exception Handling — Part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321040" cy="530352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347472" cy="347472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Python has 30+ built-in exception types, each targeting a specific failure mode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8321040" cy="530352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167128"/>
            <a:ext cx="347472" cy="347472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75688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Arithmetic, Type, Name, Collection, I/O, Import, and Runtime each have their own hierarchy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8321040" cy="530352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825496"/>
            <a:ext cx="347472" cy="347472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34056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Always catch the most specific exception — never silently swallow errors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392424"/>
            <a:ext cx="8321040" cy="530352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483864"/>
            <a:ext cx="347472" cy="347472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392424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 finally for cleanup, else for success logic, and custom exceptions for your domain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050792"/>
            <a:ext cx="8321040" cy="530352"/>
          </a:xfrm>
          <a:prstGeom prst="rect">
            <a:avLst/>
          </a:prstGeom>
          <a:solidFill>
            <a:srgbClr val="243460"/>
          </a:solidFill>
          <a:ln w="12700">
            <a:solidFill>
              <a:srgbClr val="2D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142232"/>
            <a:ext cx="347472" cy="347472"/>
          </a:xfrm>
          <a:prstGeom prst="ellipse">
            <a:avLst/>
          </a:prstGeom>
          <a:solidFill>
            <a:srgbClr val="E8682A"/>
          </a:solidFill>
          <a:ln w="12700">
            <a:solidFill>
              <a:srgbClr val="E86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050792"/>
            <a:ext cx="7818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Defensive coding (len checks, .get(), encoding params) prevents many exceptions entirely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884A"/>
                </a:solidFill>
              </a:rPr>
              <a:t>"Write code that expects the unexpected."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Exception Handling – Error Examples</dc:title>
  <dc:subject>PptxGenJS Presentation</dc:subject>
  <dc:creator>PptxGenJS</dc:creator>
  <cp:lastModifiedBy>PptxGenJS</cp:lastModifiedBy>
  <cp:revision>1</cp:revision>
  <dcterms:created xsi:type="dcterms:W3CDTF">2026-03-07T14:37:36Z</dcterms:created>
  <dcterms:modified xsi:type="dcterms:W3CDTF">2026-03-07T14:37:36Z</dcterms:modified>
</cp:coreProperties>
</file>