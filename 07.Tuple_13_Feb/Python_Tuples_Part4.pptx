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Tuples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– Aliasing, Cloning, Operators &amp; Emptiness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Aliasing • Cloning • 'in' operator • 'is' operator • Comparison • Emptiness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Aliasing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 Aliasing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variables pointing to the same tuple in memory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Aliasing means multiple variables refer to the same tuple object stored at the same memory location.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8412480" cy="530352"/>
          </a:xfrm>
          <a:prstGeom prst="rect">
            <a:avLst/>
          </a:prstGeom>
          <a:solidFill>
            <a:srgbClr val="EFF6FB"/>
          </a:solidFill>
          <a:ln w="19050">
            <a:solidFill>
              <a:srgbClr val="1C5F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556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Aliasing means multiple variables refer to the same tuple object in memory.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67712"/>
            <a:ext cx="8412480" cy="530352"/>
          </a:xfrm>
          <a:prstGeom prst="rect">
            <a:avLst/>
          </a:prstGeom>
          <a:solidFill>
            <a:srgbClr val="EFF6FB"/>
          </a:solidFill>
          <a:ln w="19050">
            <a:solidFill>
              <a:srgbClr val="1C5F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77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If one variable changes the tuple, the other variable also sees the change.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Diagram: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0" y="2926080"/>
            <a:ext cx="4389120" cy="1463040"/>
          </a:xfrm>
          <a:prstGeom prst="rect">
            <a:avLst/>
          </a:prstGeom>
          <a:solidFill>
            <a:srgbClr val="F0F8FF"/>
          </a:solidFill>
          <a:ln w="25400">
            <a:solidFill>
              <a:srgbClr val="22A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303580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Address: 1024113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337560"/>
            <a:ext cx="777240" cy="457200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4290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0" y="3337560"/>
            <a:ext cx="777240" cy="457200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34290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3337560"/>
            <a:ext cx="777240" cy="457200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4290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38862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(1, 2, 3)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256032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408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original_tuple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26080" y="2468880"/>
            <a:ext cx="1097280" cy="4572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234086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256032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095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alias_tuple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26080" y="3337560"/>
            <a:ext cx="1097280" cy="4572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20954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4709160"/>
            <a:ext cx="8412480" cy="187452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818888"/>
            <a:ext cx="8083296" cy="165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original_tuple = (1, 2, 3)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alias_tuple = original_tuple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print(id(original_tuple))  # 1024113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print(id(alias_tuple))     # 1024113  ← Same!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Both variables point to same memory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⑥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Cloning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⑥ Cloning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 independent copy with different memory address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Cloning copies the content of one tuple into a new tuple at a different memory location. The two tuples have the same content but are independent.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Diagram — Two Different Addresses: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2286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7627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original_tuple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34640" y="2029968"/>
            <a:ext cx="3840480" cy="1005840"/>
          </a:xfrm>
          <a:prstGeom prst="rect">
            <a:avLst/>
          </a:prstGeom>
          <a:solidFill>
            <a:srgbClr val="E8F4F8"/>
          </a:solidFill>
          <a:ln w="25400">
            <a:solidFill>
              <a:srgbClr val="22A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Address: 100123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2359152"/>
            <a:ext cx="731520" cy="438912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4414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86200" y="2359152"/>
            <a:ext cx="731520" cy="438912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24414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359152"/>
            <a:ext cx="731520" cy="438912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4414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87168" y="219456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08960" y="31455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copy( ) 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2286000" cy="411480"/>
          </a:xfrm>
          <a:prstGeom prst="rect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1188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cloned_tuple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834640" y="3493008"/>
            <a:ext cx="3840480" cy="1005840"/>
          </a:xfrm>
          <a:prstGeom prst="rect">
            <a:avLst/>
          </a:prstGeom>
          <a:solidFill>
            <a:srgbClr val="FFF8E1"/>
          </a:solidFill>
          <a:ln w="25400">
            <a:solidFill>
              <a:srgbClr val="F4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35661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Address: 100124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3822192"/>
            <a:ext cx="731520" cy="438912"/>
          </a:xfrm>
          <a:prstGeom prst="rect">
            <a:avLst/>
          </a:prstGeom>
          <a:solidFill>
            <a:srgbClr val="50808E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39044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86200" y="3822192"/>
            <a:ext cx="731520" cy="438912"/>
          </a:xfrm>
          <a:prstGeom prst="rect">
            <a:avLst/>
          </a:prstGeom>
          <a:solidFill>
            <a:srgbClr val="50808E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39044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3822192"/>
            <a:ext cx="731520" cy="438912"/>
          </a:xfrm>
          <a:prstGeom prst="rect">
            <a:avLst/>
          </a:prstGeom>
          <a:solidFill>
            <a:srgbClr val="50808E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9044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87168" y="36301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926080" y="459028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Same content — different memory address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4983480"/>
            <a:ext cx="8412480" cy="1719072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5093208"/>
            <a:ext cx="8083296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original_tuple = (10, 20, 30)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cloned_tuple = original_tuple.copy()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print(id(original_tuple))  # (10,20,30) address: 100123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print(id(cloned_tuple))    # (10,20,30) address: 100124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content, different memory!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Aliasing vs Cloning — Key Difference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memory behavior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206240" cy="5394960"/>
          </a:xfrm>
          <a:prstGeom prst="rect">
            <a:avLst/>
          </a:prstGeom>
          <a:solidFill>
            <a:srgbClr val="E8F4F8"/>
          </a:solidFill>
          <a:ln w="31750">
            <a:solidFill>
              <a:srgbClr val="22A8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5568"/>
            <a:ext cx="4206240" cy="475488"/>
          </a:xfrm>
          <a:prstGeom prst="rect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88720"/>
            <a:ext cx="3877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Aliasing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1755648"/>
            <a:ext cx="274320" cy="274320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55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variables → same object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249424"/>
            <a:ext cx="274320" cy="274320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2494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memory address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743200"/>
            <a:ext cx="274320" cy="274320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tuple created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236976"/>
            <a:ext cx="274320" cy="274320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369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refer to identical location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" y="3822192"/>
            <a:ext cx="3877056" cy="1481328"/>
          </a:xfrm>
          <a:prstGeom prst="rect">
            <a:avLst/>
          </a:prstGeom>
          <a:solidFill>
            <a:srgbClr val="0D1B2A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913632"/>
            <a:ext cx="3657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(1, 2, 3)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print(id(a) == id(b))  # True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1115568"/>
            <a:ext cx="4206240" cy="5394960"/>
          </a:xfrm>
          <a:prstGeom prst="rect">
            <a:avLst/>
          </a:prstGeom>
          <a:solidFill>
            <a:srgbClr val="FFF8E1"/>
          </a:solidFill>
          <a:ln w="31750">
            <a:solidFill>
              <a:srgbClr val="F4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115568"/>
            <a:ext cx="4206240" cy="475488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188720"/>
            <a:ext cx="3877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Cloning (copy)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83480" y="1755648"/>
            <a:ext cx="274320" cy="274320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1755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independent copy created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83480" y="2249424"/>
            <a:ext cx="274320" cy="274320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22494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memory address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83480" y="2743200"/>
            <a:ext cx="274320" cy="274320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tuple with same content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83480" y="3236976"/>
            <a:ext cx="274320" cy="274320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32369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Modifications won't cross-affect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19472" y="3822192"/>
            <a:ext cx="3877056" cy="1481328"/>
          </a:xfrm>
          <a:prstGeom prst="rect">
            <a:avLst/>
          </a:prstGeom>
          <a:solidFill>
            <a:srgbClr val="0D1B2A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84064" y="3913632"/>
            <a:ext cx="3657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(1, 2, 3)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a.copy()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print(id(a) == id(b))  # False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5760" y="6629400"/>
            <a:ext cx="8412480" cy="566928"/>
          </a:xfrm>
          <a:prstGeom prst="rect">
            <a:avLst/>
          </a:prstGeom>
          <a:solidFill>
            <a:srgbClr val="F0FFF4"/>
          </a:solidFill>
          <a:ln w="19050">
            <a:solidFill>
              <a:srgbClr val="1A98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672998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Rule of Thumb: Use aliasing when you want both names for the SAME object. Use cloning when you want an INDEPENDENT copy.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⑦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Searching — 'in' Operator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⑦ Searching — 'in' Membership Operator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an element exists in a tuple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'in' membership operator to check whether a particular element is present in a tuple or not.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91056"/>
            <a:ext cx="8412480" cy="475488"/>
          </a:xfrm>
          <a:prstGeom prst="rect">
            <a:avLst/>
          </a:prstGeom>
          <a:solidFill>
            <a:srgbClr val="E8F4F8"/>
          </a:solidFill>
          <a:ln w="25400">
            <a:solidFill>
              <a:srgbClr val="22A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0078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  value  in  tuple_name   →  True  or  False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8412480" cy="105156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322576"/>
            <a:ext cx="80832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(1, 2, 3, 4, 5)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print(3 in nums)     # True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print(8 in nums)     # False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419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'in' with if-else: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767328"/>
            <a:ext cx="8412480" cy="1993392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877056"/>
            <a:ext cx="8083296" cy="1773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my_tuple = (1, 2, 3, 4, 5)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(3 in my_tuple):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print("3 is present in tuple")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print("3 is not present in tuple")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3 is present in tuple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59253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Possibilities: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6272784"/>
            <a:ext cx="4023360" cy="566928"/>
          </a:xfrm>
          <a:prstGeom prst="rect">
            <a:avLst/>
          </a:prstGeom>
          <a:solidFill>
            <a:srgbClr val="E8F8F0"/>
          </a:solidFill>
          <a:ln w="19050">
            <a:solidFill>
              <a:srgbClr val="1A98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FOUND  →  True 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6272784"/>
            <a:ext cx="4023360" cy="566928"/>
          </a:xfrm>
          <a:prstGeom prst="rect">
            <a:avLst/>
          </a:prstGeom>
          <a:solidFill>
            <a:srgbClr val="FFF0F5"/>
          </a:solidFill>
          <a:ln w="19050">
            <a:solidFill>
              <a:srgbClr val="C00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NOT FOUND  →  False ✗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⑧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— 'is' Operator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⑧ Identity — 'is' Operator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two variables refer to the same memory location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'is' identity operator checks whether two variables refer to the exact same memory location — not just equal content.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8412480" cy="475488"/>
          </a:xfrm>
          <a:prstGeom prst="rect">
            <a:avLst/>
          </a:prstGeom>
          <a:solidFill>
            <a:srgbClr val="E8F4F8"/>
          </a:solidFill>
          <a:ln w="25400">
            <a:solidFill>
              <a:srgbClr val="22A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739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  variable_a  is  variable_b   →  True / False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1572768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395728"/>
            <a:ext cx="808329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(1, 2, 3)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p             # aliasing — same object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 is q)     # True  (same memory)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print(q is p)     # True  (same memory)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4023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'is'  vs  '=='  — Important Difference: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4407408"/>
            <a:ext cx="8412480" cy="914400"/>
          </a:xfrm>
          <a:prstGeom prst="rect">
            <a:avLst/>
          </a:prstGeom>
          <a:solidFill>
            <a:srgbClr val="EFF6FB"/>
          </a:solidFill>
          <a:ln w="25400">
            <a:solidFill>
              <a:srgbClr val="22A8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4407408"/>
            <a:ext cx="822960" cy="914400"/>
          </a:xfrm>
          <a:prstGeom prst="rect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6634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51713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memory identity — are they the SAME object?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25880" y="48828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is b  →  True (aliased)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5413248"/>
            <a:ext cx="8412480" cy="914400"/>
          </a:xfrm>
          <a:prstGeom prst="rect">
            <a:avLst/>
          </a:prstGeom>
          <a:solidFill>
            <a:srgbClr val="EFF6FB"/>
          </a:solidFill>
          <a:ln w="25400">
            <a:solidFill>
              <a:srgbClr val="1A98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5413248"/>
            <a:ext cx="822960" cy="914400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56692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55229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value equality — do they have the SAME content?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25880" y="588873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9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== b  →  True (equal values)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6510528"/>
            <a:ext cx="8412480" cy="54864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662025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Two tuples can have equal values (== True) but still be different objects (is False) if they were created separately.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⑨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⑨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tuple contents element-by-element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compare two tuples by comparing their content. Comparison is done item by item, elementwise, until a mismatch is found.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512064"/>
          </a:xfrm>
          <a:prstGeom prst="rect">
            <a:avLst/>
          </a:prstGeom>
          <a:solidFill>
            <a:srgbClr val="EFF6FB"/>
          </a:solidFill>
          <a:ln w="19050">
            <a:solidFill>
              <a:srgbClr val="1C5F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We can compare two tuples by comparing their contents with each other.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8412480" cy="512064"/>
          </a:xfrm>
          <a:prstGeom prst="rect">
            <a:avLst/>
          </a:prstGeom>
          <a:solidFill>
            <a:srgbClr val="EFF6FB"/>
          </a:solidFill>
          <a:ln w="19050">
            <a:solidFill>
              <a:srgbClr val="1C5F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1401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Comparison is item by item — elementwise — until a mismatch is found in the tuple.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962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a = (1,2,3,4)   vs   b = (1,2,5)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337560"/>
            <a:ext cx="77724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290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792224" y="3337560"/>
            <a:ext cx="77724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92224" y="34290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70048" y="3337560"/>
            <a:ext cx="77724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0048" y="34290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47872" y="3337560"/>
            <a:ext cx="77724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7872" y="34290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91363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(1,2,3,4)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429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0" y="3337560"/>
            <a:ext cx="77724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34290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64224" y="3337560"/>
            <a:ext cx="77724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34290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242048" y="3337560"/>
            <a:ext cx="777240" cy="475488"/>
          </a:xfrm>
          <a:prstGeom prst="rect">
            <a:avLst/>
          </a:prstGeom>
          <a:solidFill>
            <a:srgbClr val="1A9850"/>
          </a:solidFill>
          <a:ln w="12700">
            <a:solidFill>
              <a:srgbClr val="155C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34290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391363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(1,2,5)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0" y="4224528"/>
            <a:ext cx="4572000" cy="475488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433425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at index 2:  3 &lt; 5  →  a &lt; b  is  True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4864608"/>
            <a:ext cx="8412480" cy="1572768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974336"/>
            <a:ext cx="808329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(1, 2, 3, 4)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(1, 2, 5)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&lt; b)    # True   (3 &lt; 5 at index 2)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&gt; b)    # False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== b)   # False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⑩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Emptiness — 'not' Operator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⑩ Emptiness — 'not' Operator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a tuple is empty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'not' operator to check whether a tuple is empty. An empty tuple evaluates to False in boolean context.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8412480" cy="475488"/>
          </a:xfrm>
          <a:prstGeom prst="rect">
            <a:avLst/>
          </a:prstGeom>
          <a:solidFill>
            <a:srgbClr val="E8F4F8"/>
          </a:solidFill>
          <a:ln w="25400">
            <a:solidFill>
              <a:srgbClr val="22A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739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  if  not  tuple_name:  →  True when tuple is empty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2029968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395728"/>
            <a:ext cx="8083296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my_tuple = ()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my_tuple: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print("tuple is empty")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print("tuple is not empty")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tuple is empty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4498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— Empty vs Non-Empty: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4864608"/>
            <a:ext cx="4023360" cy="1234440"/>
          </a:xfrm>
          <a:prstGeom prst="rect">
            <a:avLst/>
          </a:prstGeom>
          <a:solidFill>
            <a:srgbClr val="E8F8F0"/>
          </a:solidFill>
          <a:ln w="25400">
            <a:solidFill>
              <a:srgbClr val="1A98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9926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Tuple ( 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3400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6327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data  →  True ✓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4864608"/>
            <a:ext cx="4023360" cy="1234440"/>
          </a:xfrm>
          <a:prstGeom prst="rect">
            <a:avLst/>
          </a:prstGeom>
          <a:solidFill>
            <a:srgbClr val="FFF0F5"/>
          </a:solidFill>
          <a:ln w="25400">
            <a:solidFill>
              <a:srgbClr val="C00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49926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 Tuple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53400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(1, 2, 3)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56327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0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data  →  False ✗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6236208"/>
            <a:ext cx="8412480" cy="54864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634593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Tuples (and all containers) are 'falsy' when empty. The 'not' operator flips False → True, so 'if not t' runs when t is empty.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2026-02-13T14:00:34Z</dcterms:created>
  <dcterms:modified xsi:type="dcterms:W3CDTF">2026-02-13T14:00:34Z</dcterms:modified>
</cp:coreProperties>
</file>