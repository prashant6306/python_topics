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– Type Conversions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• List • Set • Dictionary • Range  →  Tuple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to Tuple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Other Types to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tuple() conversion function to convert any iterable (string, list, set, dictionary, or range) into a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739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converted_tuple  =  tuple( iterable_object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1325880"/>
          </a:xfrm>
          <a:prstGeom prst="rect">
            <a:avLst/>
          </a:prstGeom>
          <a:solidFill>
            <a:srgbClr val="EFF6FB"/>
          </a:solidFill>
          <a:ln w="25400">
            <a:solidFill>
              <a:srgbClr val="1C5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68880"/>
            <a:ext cx="402336" cy="402336"/>
          </a:xfrm>
          <a:prstGeom prst="ellipse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88036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becomes a tuple element.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209544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tuple("hello")  →  ('h','e','l','l','o')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114800" cy="1325880"/>
          </a:xfrm>
          <a:prstGeom prst="rect">
            <a:avLst/>
          </a:prstGeom>
          <a:solidFill>
            <a:srgbClr val="EFF6FB"/>
          </a:solidFill>
          <a:ln w="25400">
            <a:solidFill>
              <a:srgbClr val="5080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468880"/>
            <a:ext cx="402336" cy="402336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871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487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88036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list item becomes a tuple element.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3209544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8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tuple([1,2,3])   →  (1, 2, 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14800" cy="1325880"/>
          </a:xfrm>
          <a:prstGeom prst="rect">
            <a:avLst/>
          </a:prstGeom>
          <a:solidFill>
            <a:srgbClr val="EFF6FB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31920"/>
            <a:ext cx="402336" cy="402336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34340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elements become tuple elements (order may vary).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672584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tuple({1,2,3})   →  (1, 2, 3)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114800" cy="1325880"/>
          </a:xfrm>
          <a:prstGeom prst="rect">
            <a:avLst/>
          </a:prstGeom>
          <a:solidFill>
            <a:srgbClr val="EFF6FB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931920"/>
            <a:ext cx="402336" cy="40233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502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434340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KEYS are stored in the resulting tuple.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4672584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tuple({"a":1})   →  ('a',)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14600" y="6217920"/>
            <a:ext cx="4114800" cy="1325880"/>
          </a:xfrm>
          <a:prstGeom prst="rect">
            <a:avLst/>
          </a:prstGeom>
          <a:solidFill>
            <a:srgbClr val="EFF6FB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6355080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63733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54680" y="6373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79192" y="67665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values are expanded into a tuple.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79192" y="707745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tuple(range(5))  →  (0, 1, 2, 3, 4)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i) Converting String →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string is passed to tuple(), each individual character becomes a separate element of the new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148132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801368"/>
            <a:ext cx="808329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"hello"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char_tuple = tuple(word)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print(char_tuple)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('h', 'e', 'l', 'l', 'o')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2194560" cy="640080"/>
          </a:xfrm>
          <a:prstGeom prst="rect">
            <a:avLst/>
          </a:prstGeom>
          <a:solidFill>
            <a:srgbClr val="1C5F7A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3159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tuple( 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40416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3657600"/>
            <a:ext cx="713232" cy="64008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749040"/>
            <a:ext cx="713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76672" y="3657600"/>
            <a:ext cx="713232" cy="64008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3749040"/>
            <a:ext cx="713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3657600"/>
            <a:ext cx="713232" cy="64008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3749040"/>
            <a:ext cx="713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3657600"/>
            <a:ext cx="713232" cy="64008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3749040"/>
            <a:ext cx="713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0688" y="3657600"/>
            <a:ext cx="713232" cy="64008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3749040"/>
            <a:ext cx="713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334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tuple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28032"/>
            <a:ext cx="8412480" cy="65836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919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Spaces and punctuation are also included as separate characters.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tuple("hi!")  →  ('h', 'i', '!')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ii) Converting List →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list into tuple() to convert all list elements into an ordered, immutable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9344"/>
            <a:ext cx="84124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19072"/>
            <a:ext cx="8083296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numbers_list = [1, 2, 3]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numbers_tuple = tuple(numbers_list)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print(numbers_tuple)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(1, 2, 3)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182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Conversion: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List 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95344"/>
            <a:ext cx="749808" cy="502920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98448" y="3895344"/>
            <a:ext cx="749808" cy="502920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39696" y="3895344"/>
            <a:ext cx="749808" cy="502920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8587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tuple( )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 Tuple  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895344"/>
            <a:ext cx="749808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70448" y="3895344"/>
            <a:ext cx="749808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11696" y="3895344"/>
            <a:ext cx="749808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39867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4114800" cy="1920240"/>
          </a:xfrm>
          <a:prstGeom prst="rect">
            <a:avLst/>
          </a:prstGeom>
          <a:solidFill>
            <a:srgbClr val="E8F8F0"/>
          </a:solidFill>
          <a:ln w="19050">
            <a:solidFill>
              <a:srgbClr val="1A98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00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[ 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38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Mutable – can be changed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square brackets [ ]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add / remove items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4663440"/>
            <a:ext cx="4114800" cy="192024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800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( 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5138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– cannot be changed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round brackets ( 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after creation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iii) Converting Set →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set to tuple() converts all its elements into a tuple. Note: sets are unordered, so the output order may vary.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148132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801368"/>
            <a:ext cx="808329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data_set = {1, 2, 3}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data_tuple = tuple(data_set)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print(data_tuple)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(1, 2, 3)  ← order may vary!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41985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Sets are unordered — the order of elements in the resulting tuple is NOT guaranteed to match insertion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133088"/>
            <a:ext cx="841248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4242816"/>
            <a:ext cx="8083296" cy="165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nums_set = {1, 2, 3}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 = tuple(nums_set)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   # (1, 2, 3)  or any order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→ removes duplicates first!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dupe_set = {1, 2, 2, 3}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print(tuple(dupe_set))  # (1, 2, 3)  — no duplicates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6144768"/>
            <a:ext cx="8412480" cy="566928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5449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Sets automatically remove duplicates — so a set-to-tuple conversion will always produce a tuple with unique values.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iv) Converting Dictionary →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dictionary is converted to a tuple, only the KEYS are stored — the values are ignored.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162763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09928"/>
            <a:ext cx="808329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= {"name": "Alice", "age": 25}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keys_tuple = tuple(info)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print(keys_tuple)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('name', 'age')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KEYS are converted!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Dictionary to Tuple: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67328"/>
            <a:ext cx="3840480" cy="1554480"/>
          </a:xfrm>
          <a:prstGeom prst="rect">
            <a:avLst/>
          </a:prstGeom>
          <a:solidFill>
            <a:srgbClr val="FEF9E7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95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 {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42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 :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64008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27939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4279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 :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645152"/>
            <a:ext cx="64008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7000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47000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224528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tuple( )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3767328"/>
            <a:ext cx="3108960" cy="1554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5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8953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( 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4315968"/>
            <a:ext cx="777240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407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4315968"/>
            <a:ext cx="777240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4407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49194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only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486400"/>
            <a:ext cx="841248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596128"/>
            <a:ext cx="808329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dict1 = {"a": 1, "b": 2}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tuple1 = tuple(dict1)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print(tuple1)        # ('a', 'b')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v) Converting Range →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range() object in tuple() to get an immutable sequence of numbers stored as a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148132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09928"/>
            <a:ext cx="808329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num_range = range(5)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range_tuple = tuple(num_range)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print(range_tuple)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(0, 1, 2, 3, 4)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236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range(5) expands to 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938528" y="3611880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11296" y="3611880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84064" y="3611880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56832" y="3611880"/>
            <a:ext cx="13716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576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Tuple: (0, 1, 2, 3, 4)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841248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864608"/>
            <a:ext cx="8083296" cy="165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with start and stop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result_a = tuple(range(1, 6))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print(result_a)      # (1, 2, 3, 4, 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with step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result_b = tuple(range(0, 10, 2))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print(result_b)      # (0, 2, 4, 6, 8)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Summary — Quick Reference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conversions use the same pattern: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438912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tuple( original_object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157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1579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Tuple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151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6151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0520" y="26151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tuple("hello")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26151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('h','e','l','l','o')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8412480" cy="566928"/>
          </a:xfrm>
          <a:prstGeom prst="rect">
            <a:avLst/>
          </a:prstGeom>
          <a:solidFill>
            <a:srgbClr val="F5FA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2552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3255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tuple([1,2,3])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32552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953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38953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{1,2,3}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tuple({1,2,3})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38953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25696"/>
            <a:ext cx="8412480" cy="566928"/>
          </a:xfrm>
          <a:prstGeom prst="rect">
            <a:avLst/>
          </a:prstGeom>
          <a:solidFill>
            <a:srgbClr val="F5FA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35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45354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{"a":1}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45354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tuple({"a":1})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45354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06577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1755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94560" y="51755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60520" y="5175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tuple(range(5))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9440" y="51755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(0,1,2,3,4)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5760720"/>
            <a:ext cx="841248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8704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Remember: For dictionary conversion, only KEYS are included. For set conversion, order is not guaranteed.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2026-02-13T13:35:26Z</dcterms:created>
  <dcterms:modified xsi:type="dcterms:W3CDTF">2026-02-13T13:35:26Z</dcterms:modified>
</cp:coreProperties>
</file>