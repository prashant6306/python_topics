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Sets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Fundamentals, Properties, Accessing &amp; Looping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 •  Unordered  •  No Duplicates  •  Mutable  •  Hashing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Sets?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— Python Sets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like a list, with one key exception — sets do NOT allow duplicate entries. Elements are separated by commas inside curly brackets { }.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013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set_name  =  { element1,  element2,  element3, ... 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4114800" cy="91440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14016"/>
            <a:ext cx="37856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Homogeneous set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304288"/>
            <a:ext cx="4114800" cy="91440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2414016"/>
            <a:ext cx="37856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Heterogeneous set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= {'zebra', 10, 10+1j, 10.1, True}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print(mixed)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4206240" cy="1115568"/>
          </a:xfrm>
          <a:prstGeom prst="rect">
            <a:avLst/>
          </a:prstGeom>
          <a:solidFill>
            <a:srgbClr val="EFF7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50215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04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352958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931920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list but with one major exception — no duplicates.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364992"/>
            <a:ext cx="4206240" cy="1115568"/>
          </a:xfrm>
          <a:prstGeom prst="rect">
            <a:avLst/>
          </a:prstGeom>
          <a:solidFill>
            <a:srgbClr val="EFF7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350215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52044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13248" y="352958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Brackets {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931920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{ } with elements separated by commas.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4206240" cy="1115568"/>
          </a:xfrm>
          <a:prstGeom prst="rect">
            <a:avLst/>
          </a:prstGeom>
          <a:solidFill>
            <a:srgbClr val="EFF7F0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709160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27448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473659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" y="5138928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store elements of the same data type.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4572000"/>
            <a:ext cx="4206240" cy="1115568"/>
          </a:xfrm>
          <a:prstGeom prst="rect">
            <a:avLst/>
          </a:prstGeom>
          <a:solidFill>
            <a:srgbClr val="EFF7F0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4709160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727448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473659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9472" y="5138928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store different data types: string, int, float, complex, boolean.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5779008"/>
            <a:ext cx="4206240" cy="1115568"/>
          </a:xfrm>
          <a:prstGeom prst="rect">
            <a:avLst/>
          </a:prstGeom>
          <a:solidFill>
            <a:srgbClr val="EFF7F0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916168"/>
            <a:ext cx="420624" cy="42062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93445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4128" y="594360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" y="6345936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stored using hashing — duplicate hash values are rejected.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5779008"/>
            <a:ext cx="4206240" cy="1115568"/>
          </a:xfrm>
          <a:prstGeom prst="rect">
            <a:avLst/>
          </a:prstGeom>
          <a:solidFill>
            <a:srgbClr val="EFF7F0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5916168"/>
            <a:ext cx="420624" cy="420624"/>
          </a:xfrm>
          <a:prstGeom prst="ellipse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593445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13248" y="594360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19472" y="6345936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elements are automatically eliminated.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Properties — Key Facts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Hashing, Duplicates &amp; Empty 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Hashing — How Sets Store Elements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store elements using a hashing technique. A hash value is calculated for each element. If two elements share the same hash value, only the first is stored — duplicates are rejected automatically.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27432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5798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No Duplicates — Automatic Elimination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8412480" cy="141732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96896"/>
            <a:ext cx="8083296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 10 appears twice — set removes one automatically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{10, 20, 30, 40, 50, 10}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{10, 20, 30, 40, 50}   ← 10 appears only once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4069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(input):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07408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98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407408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498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4407408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498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4407408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498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4407408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498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4407408"/>
            <a:ext cx="822960" cy="475488"/>
          </a:xfrm>
          <a:prstGeom prst="rect">
            <a:avLst/>
          </a:prstGeom>
          <a:solidFill>
            <a:srgbClr val="CC0000"/>
          </a:solidFill>
          <a:ln w="25400">
            <a:solidFill>
              <a:srgbClr val="1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4498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5230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(set removes duplicate):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559552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6509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371600" y="5559552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6509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0" y="5559552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56509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0" y="5559552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56509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0" y="5559552"/>
            <a:ext cx="82296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56509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12080" y="5559552"/>
            <a:ext cx="3566160" cy="475488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5669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removed automatically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" y="6199632"/>
            <a:ext cx="841248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630936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Empty Set:  data = set()   → prints:  set()     ⚠  Cannot use {} — that creates an empty dictionary!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Set Elements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Set Elements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— no indexing or slicing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83080"/>
          </a:xfrm>
          <a:prstGeom prst="rect">
            <a:avLst/>
          </a:prstGeom>
          <a:solidFill>
            <a:srgbClr val="EFF7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66928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Whole 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variable name directly in print() to display all elements.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1307592"/>
            <a:ext cx="3246120" cy="1389888"/>
          </a:xfrm>
          <a:prstGeom prst="rect">
            <a:avLst/>
          </a:prstGeom>
          <a:solidFill>
            <a:srgbClr val="0D1F1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1399032"/>
            <a:ext cx="29260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30, 40, 50}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# {10, 20, 30, 40, 50}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81528"/>
            <a:ext cx="8412480" cy="1783080"/>
          </a:xfrm>
          <a:prstGeom prst="rect">
            <a:avLst/>
          </a:prstGeom>
          <a:solidFill>
            <a:srgbClr val="EFF7F0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81528"/>
            <a:ext cx="566928" cy="17830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3016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2186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— Output May Vary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5570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are unordered containers. The order of elements in the output may differ from the insertion order.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49240" y="3246120"/>
            <a:ext cx="3246120" cy="1389888"/>
          </a:xfrm>
          <a:prstGeom prst="rect">
            <a:avLst/>
          </a:prstGeom>
          <a:solidFill>
            <a:srgbClr val="0D1F1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3832" y="3337560"/>
            <a:ext cx="29260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{10, 20, 30, 40, 50}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{40, 30, 10, 20, 50} ← any order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5020056"/>
            <a:ext cx="8412480" cy="1783080"/>
          </a:xfrm>
          <a:prstGeom prst="rect">
            <a:avLst/>
          </a:prstGeom>
          <a:solidFill>
            <a:srgbClr val="EFF7F0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5020056"/>
            <a:ext cx="566928" cy="178308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5686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51572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Indexing or Slicing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54955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sets are unordered, indexing (set[0]) and slicing (set[0:2]) are NOT supported.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5184648"/>
            <a:ext cx="3246120" cy="1389888"/>
          </a:xfrm>
          <a:prstGeom prst="rect">
            <a:avLst/>
          </a:prstGeom>
          <a:solidFill>
            <a:srgbClr val="0D1F12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5276088"/>
            <a:ext cx="29260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These will raise TypeError: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nums[0]    → TypeError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nums[0:2]  → TypeError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Looping in Sets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For Loop — Iterating a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strings, lists, and tuples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can be iterated using a for loop, just like strings, lists, and tuples.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824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for  variable  in  set_name: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572000" cy="2633472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86000"/>
            <a:ext cx="4242816" cy="2414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set1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set1: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(order may vary):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Trace: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2542032"/>
            <a:ext cx="3566160" cy="457200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1808" y="2606040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615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6151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3072384"/>
            <a:ext cx="3566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1808" y="3136392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145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3145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3602736"/>
            <a:ext cx="3566160" cy="457200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21808" y="3666744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675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675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print(30)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4133088"/>
            <a:ext cx="3566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1808" y="4197096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40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print(40)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12080" y="4663440"/>
            <a:ext cx="3566160" cy="457200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21808" y="4727448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4736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983480"/>
            <a:ext cx="8412480" cy="65836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0840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While loop: Sets CANNOT be iterated using a while loop because sets do NOT support indexing. The while loop would need set[index] which is not allowed.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" y="5760720"/>
            <a:ext cx="8412480" cy="566928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87044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enumerate(): Can be used with sets to get index + value. However index here is read-only — you cannot write/modify set elements by index.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enumerate() with Sets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index + value — read only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enumerate() built-in function can be used with sets to get both the index and value during iteration. However, the index is read-only — you cannot modify set elements by index.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653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item in enumerate(set_name):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2176272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87168"/>
            <a:ext cx="8083296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 {10, 20, 30}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item in enumerate(s1):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print("index:", index, "item:", item)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(order may vary — set is unordered):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index: 0  item: 20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index: 1  item: 30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index: 2  item: 10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Table: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5084064"/>
            <a:ext cx="3840480" cy="365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51389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5138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5449824"/>
            <a:ext cx="3840480" cy="457200"/>
          </a:xfrm>
          <a:prstGeom prst="rect">
            <a:avLst/>
          </a:prstGeom>
          <a:solidFill>
            <a:srgbClr val="EFF7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5541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5541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5980176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60716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6071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6510528"/>
            <a:ext cx="3840480" cy="457200"/>
          </a:xfrm>
          <a:prstGeom prst="rect">
            <a:avLst/>
          </a:prstGeom>
          <a:solidFill>
            <a:srgbClr val="EFF7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6601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6601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5084064"/>
            <a:ext cx="4114800" cy="2029968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5212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 Note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557784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are unordered — index values from enumerate() do NOT correspond to insertion order.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 READ the index but cannot use it to MODIFY the set.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modification, use set methods like add() or remove().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2026-02-16T15:09:30Z</dcterms:created>
  <dcterms:modified xsi:type="dcterms:W3CDTF">2026-02-16T15:09:30Z</dcterms:modified>
</cp:coreProperties>
</file>