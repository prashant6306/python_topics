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Sets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– Emptiness, Built-in Functions &amp; Set Methods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operator • len • max • min • sum • any • all • sorted • add • update • copy • remove • discard • clear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⑧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Emptiness — 'not' Operator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⑧ Emptiness — 'not' Operator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set is empty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'not' operator to check whether a set is empty. An empty set evaluates to False in a boolean context, so 'not empty_set' gives True.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73352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if  not  set_name:  →  runs when set is empty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2029968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95728"/>
            <a:ext cx="8083296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my_set = set()           # empty set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my_set: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print("set is empty")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print("set is not empty")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set is empty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846320"/>
            <a:ext cx="4023360" cy="1261872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974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Set  set()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3218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set()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614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 →  True 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4846320"/>
            <a:ext cx="4023360" cy="1261872"/>
          </a:xfrm>
          <a:prstGeom prst="rect">
            <a:avLst/>
          </a:prstGeom>
          <a:solidFill>
            <a:srgbClr val="FFF0F5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974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53218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{1, 2, 3}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5614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 →  False 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6272784"/>
            <a:ext cx="841248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3825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Remember: An empty set is set() — NOT {}. Using {} creates an empty dictionary, not a set!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on Sets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— len, max, min, sum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extremes &amp; total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2514600"/>
          </a:xfrm>
          <a:prstGeom prst="rect">
            <a:avLst/>
          </a:prstGeom>
          <a:solidFill>
            <a:srgbClr val="EFF7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97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len()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count of items in the 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39112"/>
            <a:ext cx="3931920" cy="1490472"/>
          </a:xfrm>
          <a:prstGeom prst="rect">
            <a:avLst/>
          </a:prstGeom>
          <a:solidFill>
            <a:srgbClr val="0D1F1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30552"/>
            <a:ext cx="3621024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30}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print(len(data))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206240" cy="2514600"/>
          </a:xfrm>
          <a:prstGeom prst="rect">
            <a:avLst/>
          </a:prstGeom>
          <a:solidFill>
            <a:srgbClr val="EFF7F0"/>
          </a:solidFill>
          <a:ln w="25400">
            <a:solidFill>
              <a:srgbClr val="1A9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43000"/>
            <a:ext cx="4206240" cy="347472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97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max()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item in the set.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2039112"/>
            <a:ext cx="3931920" cy="1490472"/>
          </a:xfrm>
          <a:prstGeom prst="rect">
            <a:avLst/>
          </a:prstGeom>
          <a:solidFill>
            <a:srgbClr val="0D1F12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130552"/>
            <a:ext cx="3621024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30}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print(max(data))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4206240" cy="2514600"/>
          </a:xfrm>
          <a:prstGeom prst="rect">
            <a:avLst/>
          </a:prstGeom>
          <a:solidFill>
            <a:srgbClr val="EFF7F0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86200"/>
            <a:ext cx="4206240" cy="347472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min()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item in the set.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782312"/>
            <a:ext cx="3931920" cy="1490472"/>
          </a:xfrm>
          <a:prstGeom prst="rect">
            <a:avLst/>
          </a:prstGeom>
          <a:solidFill>
            <a:srgbClr val="0D1F12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873752"/>
            <a:ext cx="3621024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30}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print(min(data))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886200"/>
            <a:ext cx="4206240" cy="2514600"/>
          </a:xfrm>
          <a:prstGeom prst="rect">
            <a:avLst/>
          </a:prstGeom>
          <a:solidFill>
            <a:srgbClr val="EFF7F0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886200"/>
            <a:ext cx="420624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sum()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343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sum of all items in the set.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4782312"/>
            <a:ext cx="3931920" cy="1490472"/>
          </a:xfrm>
          <a:prstGeom prst="rect">
            <a:avLst/>
          </a:prstGeom>
          <a:solidFill>
            <a:srgbClr val="0D1F12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4873752"/>
            <a:ext cx="3621024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30}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print(sum(data))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60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7482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on same set — set1 = {10, 20, 30}: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— any(), all(), sorted()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checks &amp; ordering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any() — True if at least ONE element is truthy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any item in the set is True/truthy. Returns False if ALL items are falsy.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1298448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38528"/>
            <a:ext cx="80832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set1 = {0, 0, 0, 0, 1}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print(any(set1))    # True  ← at least one truthy (1)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set2 = {0, 0, 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print(any(set2))    # False ← all falsy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255264"/>
            <a:ext cx="841248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all() — True only if ALL elements are truthy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62102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only when every item in the set is True/truthy. If ANY item is False/falsy → returns False.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005072"/>
            <a:ext cx="8412480" cy="1298448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114800"/>
            <a:ext cx="80832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set1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print(all(set1))    # True  ← all non-zero (truthy)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set2 = {10, 20, 30, 40, 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print(all(set2))    # False ← 0 is falsy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5431536"/>
            <a:ext cx="841248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46811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sorted() — Returns a new sorted LIST in ascending order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5779008"/>
            <a:ext cx="8412480" cy="804672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5888736"/>
            <a:ext cx="80832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{50, 40, 10, 20, 30}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print(sorted(data))    # [10, 20, 30, 40, 50]  ← returns a LIST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6656832"/>
            <a:ext cx="841248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76656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sorted() always returns a LIST — not a set. Sets are unordered, so sorted() imposes order by returning a list.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— Quick Reference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functions on sets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521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1521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1521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11521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81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91640" y="1581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elements in 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581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len({10,20,30})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1581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8412480" cy="585216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231136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916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element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max({10,20,30})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779776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889504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691640" y="2898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element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898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min({10,20,30})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898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438144"/>
            <a:ext cx="8412480" cy="585216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47872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5570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691640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elements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3557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sum({10,20,30})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3557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206240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215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691640" y="4215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any element is truthy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any({0,0,1})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4215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754880"/>
            <a:ext cx="8412480" cy="585216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864608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873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691640" y="4873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all elements are truthy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63440" y="4873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all({10,20,0})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4873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5413248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5522976"/>
            <a:ext cx="329184" cy="32918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691640" y="5532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sorted list (ascending)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6344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sorted({50,10,30})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0" y="5532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[10,30,50]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6108192"/>
            <a:ext cx="8412480" cy="566928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62179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All built-in functions work on sets just like lists and tuples. sorted() is special — it always returns a LIST, not a set.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Methods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Methods —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set_name.method_name()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methods allow you to add, update, copy, remove, and clear elements from a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set_name.method_name(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8412480" cy="3474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219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221992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585216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15184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62432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86000" y="2624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single new element to the 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73552"/>
            <a:ext cx="329184" cy="329184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826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08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86000" y="32826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elements from another set into this set.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8412480" cy="585216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31920"/>
            <a:ext cx="329184" cy="32918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0208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94106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86000" y="39410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cloned copy of the set (new object).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90288"/>
            <a:ext cx="329184" cy="32918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0857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994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3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286000" y="4599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specific element. Raises KeyError if not found.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5138928"/>
            <a:ext cx="8412480" cy="585216"/>
          </a:xfrm>
          <a:prstGeom prst="rect">
            <a:avLst/>
          </a:prstGeom>
          <a:solidFill>
            <a:srgbClr val="EFF7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248656"/>
            <a:ext cx="329184" cy="329184"/>
          </a:xfrm>
          <a:prstGeom prst="ellipse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2669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52578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discard()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286000" y="5257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specific element. No error if not found.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5797296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907024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9253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9161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286000" y="59161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elements — makes the set empty.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add() — Add a Single Element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item to the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add() method adds a single new element to the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set_name.add( value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91440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31136"/>
            <a:ext cx="808329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data.add(60)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  # {10, 20, 30, 40, 50, 60}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add(60):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787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39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26464" y="354787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464" y="3639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95728" y="354787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3639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64992" y="354787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639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4256" y="354787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3639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add(60):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5371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426464" y="455371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26464" y="4645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95728" y="455371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4645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64992" y="455371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4645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34256" y="4553712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4645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03520" y="4553712"/>
            <a:ext cx="868680" cy="475488"/>
          </a:xfrm>
          <a:prstGeom prst="rect">
            <a:avLst/>
          </a:prstGeom>
          <a:solidFill>
            <a:srgbClr val="1A9850"/>
          </a:solidFill>
          <a:ln w="31750">
            <a:solidFill>
              <a:srgbClr val="1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4645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510235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5394960"/>
            <a:ext cx="8412480" cy="56692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550468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add() adds only ONE element at a time. To add multiple elements from another set, use update().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update() — Add Elements from Another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elements into current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update() method adds all elements from another set (or iterable) into the current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475488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set1.update( set2 )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8412480" cy="118872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67712"/>
            <a:ext cx="808329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set1 = {10, 20, 30}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set2 = {40,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set1.update(set2)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print(set1)    # {10, 20, 30, 40, 50}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511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update() merges set2 into set1: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77056"/>
            <a:ext cx="310896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98678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4315968"/>
            <a:ext cx="8229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407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90472" y="4315968"/>
            <a:ext cx="8229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4407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50592" y="4315968"/>
            <a:ext cx="8229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4407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2245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 )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3877056"/>
            <a:ext cx="2011680" cy="1234440"/>
          </a:xfrm>
          <a:prstGeom prst="rect">
            <a:avLst/>
          </a:prstGeom>
          <a:solidFill>
            <a:srgbClr val="FFF8E1"/>
          </a:solidFill>
          <a:ln w="25400">
            <a:solidFill>
              <a:srgbClr val="F4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398678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85232" y="4315968"/>
            <a:ext cx="777240" cy="457200"/>
          </a:xfrm>
          <a:prstGeom prst="rect">
            <a:avLst/>
          </a:prstGeom>
          <a:solidFill>
            <a:srgbClr val="F4A623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4407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4315968"/>
            <a:ext cx="777240" cy="457200"/>
          </a:xfrm>
          <a:prstGeom prst="rect">
            <a:avLst/>
          </a:prstGeom>
          <a:solidFill>
            <a:srgbClr val="F4A623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4407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5285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set1 after update: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614416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7058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426464" y="5614416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6464" y="57058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95728" y="5614416"/>
            <a:ext cx="86868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57058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64992" y="5614416"/>
            <a:ext cx="868680" cy="475488"/>
          </a:xfrm>
          <a:prstGeom prst="rect">
            <a:avLst/>
          </a:prstGeom>
          <a:solidFill>
            <a:srgbClr val="1A9850"/>
          </a:solidFill>
          <a:ln w="31750">
            <a:solidFill>
              <a:srgbClr val="1A3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7058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34256" y="5614416"/>
            <a:ext cx="868680" cy="475488"/>
          </a:xfrm>
          <a:prstGeom prst="rect">
            <a:avLst/>
          </a:prstGeom>
          <a:solidFill>
            <a:srgbClr val="1A9850"/>
          </a:solidFill>
          <a:ln w="31750">
            <a:solidFill>
              <a:srgbClr val="1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34256" y="57058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copy()  &amp;  ④ remove()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set  |  Remove a specific element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copy() — Create an independent copy of the 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8412480" cy="91440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36192"/>
            <a:ext cx="808329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data_copy = data.copy()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print(data_copy)   # {10, 20, 30, 40, 50}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432304"/>
            <a:ext cx="8412480" cy="475488"/>
          </a:xfrm>
          <a:prstGeom prst="rect">
            <a:avLst/>
          </a:prstGeom>
          <a:solidFill>
            <a:srgbClr val="EFF7F0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420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copy() creates a new independent set — changes to one do NOT affect the other (deep copy).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2560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5409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remove() — Remove a specific element (raises KeyError if not found)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8412480" cy="1572768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474720"/>
            <a:ext cx="80832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data.remove(30)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 # {10, 20,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element not found: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data.remove(99)  → KeyError: 99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5102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remove(30):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431536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52297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08176" y="5431536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552297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59152" y="5431536"/>
            <a:ext cx="841248" cy="457200"/>
          </a:xfrm>
          <a:prstGeom prst="rect">
            <a:avLst/>
          </a:prstGeom>
          <a:solidFill>
            <a:srgbClr val="CC0000"/>
          </a:solidFill>
          <a:ln w="31750">
            <a:solidFill>
              <a:srgbClr val="1A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552297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59152" y="5961888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5431536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552297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61104" y="5431536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1104" y="552297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6236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remove(30):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565392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5683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408176" y="6565392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665683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359152" y="6565392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665683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310128" y="6565392"/>
            <a:ext cx="84124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665683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discard()  &amp;  ⑥ clear()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remove  |  Delete all elements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discard() — Remove element, NO error if not found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4114800" cy="1572768"/>
          </a:xfrm>
          <a:prstGeom prst="rect">
            <a:avLst/>
          </a:prstGeom>
          <a:solidFill>
            <a:srgbClr val="FEF0F5"/>
          </a:solidFill>
          <a:ln w="19050">
            <a:solidFill>
              <a:srgbClr val="C00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 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Removes specific element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Raises KeyError if NOT found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when element MUST exist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26464"/>
            <a:ext cx="4114800" cy="1572768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discard() 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Removes specific element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None if NOT found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Safer — no exception raised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8412480" cy="1572768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36976"/>
            <a:ext cx="80832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data.discard(30)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 # {10, 20,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— no error even if not found: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data.discard(99)   # No KeyError! Returns None silently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6460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clear() — Remove ALL elements, making the set empty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5175504"/>
            <a:ext cx="8412480" cy="91440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5285232"/>
            <a:ext cx="808329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{10, 20, 30, 40, 50}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data.clear()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 # set()   ← empty set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62544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clear():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0" y="6236208"/>
            <a:ext cx="74980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630936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448" y="6236208"/>
            <a:ext cx="74980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630936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25696" y="6236208"/>
            <a:ext cx="74980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630936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66944" y="6236208"/>
            <a:ext cx="74980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630936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08192" y="6236208"/>
            <a:ext cx="74980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630936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766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clear():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743200" y="6748272"/>
            <a:ext cx="1828800" cy="384048"/>
          </a:xfrm>
          <a:prstGeom prst="rect">
            <a:avLst/>
          </a:prstGeom>
          <a:solidFill>
            <a:srgbClr val="EEEEEE"/>
          </a:solidFill>
          <a:ln w="1905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68214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Sets — Part 3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&amp; Set Methods — Complete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321040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074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(7)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 → count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87752" y="1719072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 → largest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72584" y="1719072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 → smallest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57416" y="1719072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1792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→ total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any() → ≥1 truthy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87752" y="2377440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all() → all truthy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72584" y="2377440"/>
            <a:ext cx="1993392" cy="566928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F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 → sorted list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27248"/>
            <a:ext cx="8321040" cy="32918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8211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Methods (6)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547872"/>
            <a:ext cx="2651760" cy="914400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add(value)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005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single element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3547872"/>
            <a:ext cx="2651760" cy="914400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update(set2)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29000" y="4005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from another set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3547872"/>
            <a:ext cx="2651760" cy="914400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17920" y="4005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clone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572000"/>
            <a:ext cx="2651760" cy="914400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remove(val)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5029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Remove; KeyError if missing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91840" y="4572000"/>
            <a:ext cx="2651760" cy="914400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discard(val)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429000" y="5029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Remove; safe, no error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572000"/>
            <a:ext cx="2651760" cy="914400"/>
          </a:xfrm>
          <a:prstGeom prst="rect">
            <a:avLst/>
          </a:prstGeom>
          <a:solidFill>
            <a:srgbClr val="1E3A2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17920" y="5029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→ empty set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687568"/>
            <a:ext cx="8321040" cy="658368"/>
          </a:xfrm>
          <a:prstGeom prst="rect">
            <a:avLst/>
          </a:prstGeom>
          <a:solidFill>
            <a:srgbClr val="1E3A2A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83387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 remove() raises KeyError if element missing  |  discard() is safe — no error  |  clear() empties the entire 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2026-02-16T15:47:37Z</dcterms:created>
  <dcterms:modified xsi:type="dcterms:W3CDTF">2026-02-16T15:47:37Z</dcterms:modified>
</cp:coreProperties>
</file>