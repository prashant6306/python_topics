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0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Python File I/O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3A — Custom Serialization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640080" y="2423160"/>
            <a:ext cx="3931920" cy="685800"/>
          </a:xfrm>
          <a:prstGeom prst="rect">
            <a:avLst/>
          </a:prstGeom>
          <a:solidFill>
            <a:srgbClr val="2D1060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77240" y="2423160"/>
            <a:ext cx="3794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Custom Objects Fail JSON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937760" y="2423160"/>
            <a:ext cx="3931920" cy="685800"/>
          </a:xfrm>
          <a:prstGeom prst="rect">
            <a:avLst/>
          </a:prstGeom>
          <a:solidFill>
            <a:srgbClr val="2D1060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74920" y="2423160"/>
            <a:ext cx="3794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an Encoder Function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3291840"/>
            <a:ext cx="3931920" cy="685800"/>
          </a:xfrm>
          <a:prstGeom prst="rect">
            <a:avLst/>
          </a:prstGeom>
          <a:solidFill>
            <a:srgbClr val="2D1060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77240" y="3291840"/>
            <a:ext cx="3794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a Decoder Function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937760" y="3291840"/>
            <a:ext cx="3931920" cy="685800"/>
          </a:xfrm>
          <a:prstGeom prst="rect">
            <a:avLst/>
          </a:prstGeom>
          <a:solidFill>
            <a:srgbClr val="2D1060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074920" y="3291840"/>
            <a:ext cx="3794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Encode ↔ Decode Example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446227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Chapter 23 — Let Us Python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User-defined Types Break JSON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28600" y="868680"/>
            <a:ext cx="5120640" cy="40690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960120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✅ Built-in types serialize fine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365760" y="1188720"/>
            <a:ext cx="4846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json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json.dumps([1, 2, 3])       # works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json.dumps({'a': 1})        # works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json.dumps('hello')         # works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1993392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❌ Custom class FAILS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65760" y="2231136"/>
            <a:ext cx="484632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Vector: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__init__(self, x=0, y=0):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self.x = x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self.y = y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 = Vector(3, 4)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json.dumps(v)   # ← CRASHES!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3520440"/>
            <a:ext cx="4663440" cy="658368"/>
          </a:xfrm>
          <a:prstGeom prst="rect">
            <a:avLst/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3566160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TypeError: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379476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F1D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Object of type 'Vector' is not JSON serializable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577840" y="868680"/>
            <a:ext cx="3337560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577840" y="868680"/>
            <a:ext cx="3337560" cy="3474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87568" y="868680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does this happen?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669280" y="1298448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📦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035040" y="1298448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supports only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035040" y="1572768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str, int, float, list, dict, bool, and None — nothing else.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669280" y="2167128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🔍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035040" y="2167128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json.dumps() checks type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035040" y="2441448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object isn't a known type, it throws TypeError immediately.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669280" y="3035808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🧩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035040" y="3035808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objects have state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035040" y="3310128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knows about .x and .y — but JSON doesn't know what 'Vector' means.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669280" y="3904488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🛠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035040" y="3904488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fix: teach JSON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6035040" y="4178808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custom encoder/decoder functions so JSON knows how to handle Vector.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Step 1 — Writing the Encoder Function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28600" y="868680"/>
            <a:ext cx="5120640" cy="24688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960120"/>
            <a:ext cx="4892040" cy="2304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encode_vector(obj):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isinstance(obj, Vector):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{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'__Vector__': True,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'x': obj.x,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'y': obj.y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raise TypeError(f'{type(obj)} not serializable')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Usage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 = Vector(3.0, 4.0)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 open('vec.json', 'w') as fobj: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json.dump(v, fobj, default=encode_vector)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228600" y="3429000"/>
            <a:ext cx="51206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65760" y="3493008"/>
            <a:ext cx="4892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default= works: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" y="3794760"/>
            <a:ext cx="868680" cy="457200"/>
          </a:xfrm>
          <a:prstGeom prst="rect">
            <a:avLst/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3794760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json.dump(v, f)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207008" y="3886200"/>
            <a:ext cx="73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→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289304" y="3794760"/>
            <a:ext cx="868680" cy="457200"/>
          </a:xfrm>
          <a:prstGeom prst="rect">
            <a:avLst/>
          </a:prstGeom>
          <a:solidFill>
            <a:srgbClr val="7F1D1D"/>
          </a:solidFill>
          <a:ln w="12700">
            <a:solidFill>
              <a:srgbClr val="7F1D1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89304" y="3794760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Sees unknown type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2176272" y="3886200"/>
            <a:ext cx="73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→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258568" y="3794760"/>
            <a:ext cx="868680" cy="457200"/>
          </a:xfrm>
          <a:prstGeom prst="rect">
            <a:avLst/>
          </a:prstGeom>
          <a:solidFill>
            <a:srgbClr val="854D0E"/>
          </a:solidFill>
          <a:ln w="12700">
            <a:solidFill>
              <a:srgbClr val="854D0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258568" y="3794760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 default(v)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3145536" y="3886200"/>
            <a:ext cx="73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→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227832" y="3794760"/>
            <a:ext cx="868680" cy="457200"/>
          </a:xfrm>
          <a:prstGeom prst="rect">
            <a:avLst/>
          </a:prstGeom>
          <a:solidFill>
            <a:srgbClr val="14532D"/>
          </a:solidFill>
          <a:ln w="12700">
            <a:solidFill>
              <a:srgbClr val="14532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27832" y="3794760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Gets back a dict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114800" y="3886200"/>
            <a:ext cx="73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→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197096" y="3794760"/>
            <a:ext cx="868680" cy="457200"/>
          </a:xfrm>
          <a:prstGeom prst="rect">
            <a:avLst/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97096" y="3794760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dict as JSON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577840" y="868680"/>
            <a:ext cx="333756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577840" y="868680"/>
            <a:ext cx="3337560" cy="3474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687568" y="868680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 Rules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687568" y="1298448"/>
            <a:ext cx="256032" cy="2560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87568" y="129844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016752" y="1298448"/>
            <a:ext cx="28072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isinstance()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016752" y="1517904"/>
            <a:ext cx="2807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check the object type with isinstance() before converting.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687568" y="1920240"/>
            <a:ext cx="256032" cy="2560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687568" y="19202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016752" y="1920240"/>
            <a:ext cx="28072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a plain dict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016752" y="2139696"/>
            <a:ext cx="2807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must be a JSON-compatible type: dict, list, str, int, or float.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5687568" y="2542032"/>
            <a:ext cx="256032" cy="2560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687568" y="254203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016752" y="2542032"/>
            <a:ext cx="28072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marker key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016752" y="2761488"/>
            <a:ext cx="2807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 unique key like '__Vector__' so the decoder can identify the type.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5687568" y="3163824"/>
            <a:ext cx="256032" cy="2560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687568" y="316382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016752" y="3163824"/>
            <a:ext cx="28072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TypeError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016752" y="3383280"/>
            <a:ext cx="2807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object is not your type, raise TypeError — don't silently return None.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5687568" y="3785616"/>
            <a:ext cx="256032" cy="2560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687568" y="378561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016752" y="3785616"/>
            <a:ext cx="28072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default= param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6016752" y="4005072"/>
            <a:ext cx="2807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your function to json.dump() via the default= keyword argument.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Step 2 — Writing the Decoder Function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28600" y="868680"/>
            <a:ext cx="5120640" cy="23317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960120"/>
            <a:ext cx="489204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decode_vector(data):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'__Vector__' in data: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Vector(data['x'], data['y'])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data  # return other dicts unchanged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Usage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 open('vec.json', 'r') as fobj: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restored = json.load(fobj, object_hook=decode_vector)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print(restored)   # Vector(3.0, 4.0)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228600" y="3291840"/>
            <a:ext cx="51206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65760" y="3355848"/>
            <a:ext cx="4892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object_hook= works: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" y="3657600"/>
            <a:ext cx="1078992" cy="475488"/>
          </a:xfrm>
          <a:prstGeom prst="rect">
            <a:avLst/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3657600"/>
            <a:ext cx="10789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json.load(f)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417320" y="3767328"/>
            <a:ext cx="91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→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527048" y="3657600"/>
            <a:ext cx="1078992" cy="47548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527048" y="3657600"/>
            <a:ext cx="10789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a dict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624328" y="3767328"/>
            <a:ext cx="91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→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734056" y="3657600"/>
            <a:ext cx="1078992" cy="475488"/>
          </a:xfrm>
          <a:prstGeom prst="rect">
            <a:avLst/>
          </a:prstGeom>
          <a:solidFill>
            <a:srgbClr val="854D0E"/>
          </a:solidFill>
          <a:ln w="12700">
            <a:solidFill>
              <a:srgbClr val="854D0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34056" y="3657600"/>
            <a:ext cx="10789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 hook(dict)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831336" y="3767328"/>
            <a:ext cx="91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→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941064" y="3657600"/>
            <a:ext cx="1078992" cy="475488"/>
          </a:xfrm>
          <a:prstGeom prst="rect">
            <a:avLst/>
          </a:prstGeom>
          <a:solidFill>
            <a:srgbClr val="14532D"/>
          </a:solidFill>
          <a:ln w="12700">
            <a:solidFill>
              <a:srgbClr val="14532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941064" y="3657600"/>
            <a:ext cx="10789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Python obj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20040" y="4206240"/>
            <a:ext cx="4846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54D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Called for EVERY dict found in JSON — always return data if not your type!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577840" y="868680"/>
            <a:ext cx="333756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577840" y="868680"/>
            <a:ext cx="3337560" cy="3474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87568" y="868680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Decoder Rules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687568" y="1298448"/>
            <a:ext cx="256032" cy="2560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687568" y="129844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016752" y="1298448"/>
            <a:ext cx="28072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Receives one dict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016752" y="1517904"/>
            <a:ext cx="2807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object_hook is called with each dict as JSON is parsed.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687568" y="1920240"/>
            <a:ext cx="256032" cy="2560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687568" y="19202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016752" y="1920240"/>
            <a:ext cx="28072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marker key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016752" y="2139696"/>
            <a:ext cx="2807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for your unique marker ('__Vector__') to identify the custom type.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687568" y="2542032"/>
            <a:ext cx="256032" cy="2560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687568" y="254203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016752" y="2542032"/>
            <a:ext cx="28072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Rebuild the object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016752" y="2761488"/>
            <a:ext cx="2807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and return a new instance using the stored values in the dict.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687568" y="3163824"/>
            <a:ext cx="256032" cy="2560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687568" y="316382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016752" y="3163824"/>
            <a:ext cx="28072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data unchanged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016752" y="3383280"/>
            <a:ext cx="2807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dicts that are NOT your type — return data as-is to avoid data loss.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5687568" y="3785616"/>
            <a:ext cx="256032" cy="2560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687568" y="378561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016752" y="3785616"/>
            <a:ext cx="28072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object_hook= param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6016752" y="4005072"/>
            <a:ext cx="2807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your function to json.load() via the object_hook= keyword argument.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Complete Example — Encode, Write, Read &amp; Decode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228600" y="868680"/>
            <a:ext cx="8686800" cy="40690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941832"/>
            <a:ext cx="8321040" cy="1581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json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11480" y="1100023"/>
            <a:ext cx="8321040" cy="1581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1258214"/>
            <a:ext cx="8321040" cy="1581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Vector: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1416406"/>
            <a:ext cx="8321040" cy="1581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D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__init__(self, x=0, y=0):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" y="1574597"/>
            <a:ext cx="8321040" cy="1581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self.x = x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1732788"/>
            <a:ext cx="8321040" cy="1581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self.y = 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1480" y="1890979"/>
            <a:ext cx="8321040" cy="1581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D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__repr__(self):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11480" y="2049170"/>
            <a:ext cx="8321040" cy="1581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f'Vector({self.x}, {self.y})'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11480" y="2207362"/>
            <a:ext cx="8321040" cy="1581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11480" y="2365553"/>
            <a:ext cx="8321040" cy="1581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D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encode_vector(obj):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11480" y="2523744"/>
            <a:ext cx="8321040" cy="1581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isinstance(obj, Vector):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11480" y="2681935"/>
            <a:ext cx="8321040" cy="1581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{'__Vector__': True, 'x': obj.x, 'y': obj.y}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11480" y="2840126"/>
            <a:ext cx="8321040" cy="1581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raise TypeError(f'{type(obj)} is not JSON serializable')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11480" y="2998318"/>
            <a:ext cx="8321040" cy="1581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11480" y="3156509"/>
            <a:ext cx="8321040" cy="1581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D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decode_vector(data):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11480" y="3314700"/>
            <a:ext cx="8321040" cy="1581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'__Vector__' in data: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11480" y="3472891"/>
            <a:ext cx="8321040" cy="1581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Vector(data['x'], data['y'])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11480" y="3631082"/>
            <a:ext cx="8321040" cy="1581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data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11480" y="3789274"/>
            <a:ext cx="8321040" cy="1581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11480" y="3947465"/>
            <a:ext cx="8321040" cy="1581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 = Vector(3.0, 4.0)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11480" y="4105656"/>
            <a:ext cx="8321040" cy="1581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 open('vector.json', 'w+') as fobj: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11480" y="4263847"/>
            <a:ext cx="8321040" cy="1581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json.dump(v, fobj, default=encode_vector)   # write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11480" y="4422038"/>
            <a:ext cx="8321040" cy="1581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fobj.seek(0)                                 # go back to start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11480" y="4580230"/>
            <a:ext cx="8321040" cy="1581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restored = json.load(fobj, object_hook=decode_vector)  # read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11480" y="4738421"/>
            <a:ext cx="8321040" cy="1581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print(restored)   # → Vector(3.0, 4.0)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Handling Multiple Custom Types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28600" y="868680"/>
            <a:ext cx="5120640" cy="40690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960120"/>
            <a:ext cx="489204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Point: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1129284"/>
            <a:ext cx="489204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D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__init__(self, x, y):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1298448"/>
            <a:ext cx="489204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self.x, self.y = x, 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1467612"/>
            <a:ext cx="489204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1636776"/>
            <a:ext cx="489204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Circle: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1805940"/>
            <a:ext cx="489204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D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__init__(self, center, radius):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5760" y="1975104"/>
            <a:ext cx="489204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self.center = center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5760" y="2144268"/>
            <a:ext cx="489204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self.radius = radius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65760" y="2313432"/>
            <a:ext cx="489204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65760" y="2482596"/>
            <a:ext cx="489204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D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encode_shapes(obj):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5760" y="2651760"/>
            <a:ext cx="489204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isinstance(obj, Point):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65760" y="2820924"/>
            <a:ext cx="489204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{'__Point__': True, 'x': obj.x, 'y': obj.y}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65760" y="2990088"/>
            <a:ext cx="489204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isinstance(obj, Circle):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65760" y="3159252"/>
            <a:ext cx="489204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{'__Circle__': True,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65760" y="3328416"/>
            <a:ext cx="489204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'center': obj.center,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65760" y="3497580"/>
            <a:ext cx="489204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'radius': obj.radius}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65760" y="3666744"/>
            <a:ext cx="489204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raise TypeError(f'{type(obj)} not serializable')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65760" y="3835908"/>
            <a:ext cx="489204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65760" y="4005072"/>
            <a:ext cx="489204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D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decode_shapes(data):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65760" y="4174236"/>
            <a:ext cx="489204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'__Point__' in data: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65760" y="4343400"/>
            <a:ext cx="489204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Point(data['x'], data['y'])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65760" y="4512564"/>
            <a:ext cx="489204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'__Circle__' in data: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65760" y="4681728"/>
            <a:ext cx="489204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Circle(data['center'], data['radius'])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65760" y="4850892"/>
            <a:ext cx="489204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data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577840" y="868680"/>
            <a:ext cx="3337560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577840" y="868680"/>
            <a:ext cx="3337560" cy="3474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687568" y="868680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Tips for Multiple Types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687568" y="12984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🔑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6080760" y="129844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marker keys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6080760" y="1572768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class needs its own marker key: '__Point__', '__Circle__', etc.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687568" y="21854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📋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6080760" y="218541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encoder, many ifs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6080760" y="2459736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encode function can handle all types using a chain of isinstance() checks.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687568" y="30723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🔄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6080760" y="307238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Nested objects work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6080760" y="3346704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Circle contains a Point, the encoder will be called recursively — JSON handles nesting automatically.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687568" y="39593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6080760" y="395935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raise at end</a:t>
            </a:r>
            <a:endParaRPr lang="en-US" sz="1250" dirty="0"/>
          </a:p>
        </p:txBody>
      </p:sp>
      <p:sp>
        <p:nvSpPr>
          <p:cNvPr id="43" name="Text 41"/>
          <p:cNvSpPr/>
          <p:nvPr/>
        </p:nvSpPr>
        <p:spPr>
          <a:xfrm>
            <a:off x="6080760" y="423367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all isinstance() checks, always raise TypeError so errors are visible.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0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434840"/>
            <a:ext cx="9144000" cy="7086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8288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 3A Summary — Custom Serialization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3977640" cy="932688"/>
          </a:xfrm>
          <a:prstGeom prst="rect">
            <a:avLst/>
          </a:prstGeom>
          <a:solidFill>
            <a:srgbClr val="2D1060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75488" y="1014984"/>
            <a:ext cx="3758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The Problem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75488" y="1344168"/>
            <a:ext cx="37581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module only handles str, int, float, list, dict, bool. Custom classes throw TypeError.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800600" y="960120"/>
            <a:ext cx="3977640" cy="932688"/>
          </a:xfrm>
          <a:prstGeom prst="rect">
            <a:avLst/>
          </a:prstGeom>
          <a:solidFill>
            <a:srgbClr val="2D1060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910328" y="1014984"/>
            <a:ext cx="3758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Marker Key Pattern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910328" y="1344168"/>
            <a:ext cx="37581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unique key like '__Vector__': True in the dict so the decoder can identify the type.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2011680"/>
            <a:ext cx="3977640" cy="932688"/>
          </a:xfrm>
          <a:prstGeom prst="rect">
            <a:avLst/>
          </a:prstGeom>
          <a:solidFill>
            <a:srgbClr val="2D1060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75488" y="2066544"/>
            <a:ext cx="3758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📤 Encoder (default=)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75488" y="2395728"/>
            <a:ext cx="37581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a JSON-compatible dict from your object. Pass it to json.dump() via default=.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800600" y="2011680"/>
            <a:ext cx="3977640" cy="932688"/>
          </a:xfrm>
          <a:prstGeom prst="rect">
            <a:avLst/>
          </a:prstGeom>
          <a:solidFill>
            <a:srgbClr val="2D1060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910328" y="2066544"/>
            <a:ext cx="3758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📥 Decoder (object_hook=)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910328" y="2395728"/>
            <a:ext cx="37581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Rebuilds objects from dicts. Called for every dict. Pass to json.load() via object_hook=.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3063240"/>
            <a:ext cx="3977640" cy="932688"/>
          </a:xfrm>
          <a:prstGeom prst="rect">
            <a:avLst/>
          </a:prstGeom>
          <a:solidFill>
            <a:srgbClr val="2D1060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75488" y="3118104"/>
            <a:ext cx="3758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Always return data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75488" y="3447288"/>
            <a:ext cx="37581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decoder, always return data unchanged for dicts that aren't your custom type.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800600" y="3063240"/>
            <a:ext cx="3977640" cy="932688"/>
          </a:xfrm>
          <a:prstGeom prst="rect">
            <a:avLst/>
          </a:prstGeom>
          <a:solidFill>
            <a:srgbClr val="2D1060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910328" y="3118104"/>
            <a:ext cx="3758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🧩 Multiple Types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910328" y="3447288"/>
            <a:ext cx="37581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 chain of isinstance() checks in one encoder/decoder function to handle many classes.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65760" y="4462272"/>
            <a:ext cx="8412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Part 3B — File Operations with Python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2026-03-08T04:49:34Z</dcterms:created>
  <dcterms:modified xsi:type="dcterms:W3CDTF">2026-03-08T04:49:34Z</dcterms:modified>
</cp:coreProperties>
</file>