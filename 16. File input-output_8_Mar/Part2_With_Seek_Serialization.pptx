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File I/O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with Keyword • Seeking • Serialization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840480" cy="658368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46888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Keyword (Context Manager)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2468880"/>
            <a:ext cx="3840480" cy="658368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74920" y="246888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within a File (seek)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10128"/>
            <a:ext cx="3840480" cy="658368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31012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 &amp; Deserialization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3310128"/>
            <a:ext cx="3840480" cy="658368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74920" y="331012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 of Custom Types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Chapter 23 — Let Us Python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with Keyword — Context Manager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41148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686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with (risky)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" y="1316736"/>
            <a:ext cx="388620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62456"/>
            <a:ext cx="3703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fobj = open('notes.txt', 'r')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What if this line crashes?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= fobj.read()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process(content)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close() may never run!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fobj.close()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3538728"/>
            <a:ext cx="18288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35387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53872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exception occurs mid-code, close() is skipped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3867912"/>
            <a:ext cx="18288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386791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86791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close() leaks system memory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4197096"/>
            <a:ext cx="18288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41970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419709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may stay locked, blocking other programs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4526280"/>
            <a:ext cx="18288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45262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452628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may not be fully written to disk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86868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868680"/>
            <a:ext cx="411480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8686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With with (safe &amp; clean)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19472" y="1316736"/>
            <a:ext cx="388620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1362456"/>
            <a:ext cx="3703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open('notes.txt','r') as fobj: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= fobj.read()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process(content)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 auto-closed here!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Even if an exception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occurred above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19472" y="3538728"/>
            <a:ext cx="18288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5387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66360" y="353872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closes automatically when block exits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19472" y="3867912"/>
            <a:ext cx="18288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86791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66360" y="386791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even if an exception is raised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19472" y="4197096"/>
            <a:ext cx="18288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41970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66360" y="419709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call close() manually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19472" y="4526280"/>
            <a:ext cx="18288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45262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66360" y="452628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Cleaner, more readable code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Keyword — Code Examples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27889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68680"/>
            <a:ext cx="27889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with with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2606040" cy="22128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44168"/>
            <a:ext cx="25146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Safe reading — auto-close on exit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open('diary.txt', 'r') as fobj: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= fobj.read()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print(content)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 closed automatically here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868680"/>
            <a:ext cx="27889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68680"/>
            <a:ext cx="27889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868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with with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46120" y="1298448"/>
            <a:ext cx="2606040" cy="22128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344168"/>
            <a:ext cx="25146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Safe writing — auto-close on exit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open('diary.txt', 'w') as fobj: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fobj.write('Day 1: Started learning\n')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fobj.write('Day 2: practiced more!\n')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 flushed and closed here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868680"/>
            <a:ext cx="27889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68680"/>
            <a:ext cx="278892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868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Line-by-Line with with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1298448"/>
            <a:ext cx="2606040" cy="22128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344168"/>
            <a:ext cx="25146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file line by line safely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open('numbers.txt','r') as fobj: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line in fobj: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 = int(line.strip())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print(val * 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Handles large files efficiently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3749040"/>
            <a:ext cx="8686800" cy="12344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37764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Breakdown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0782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</a:t>
            </a:r>
            <a:pPr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open('file.txt', 'r')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fobj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   ← open() returns file object, assigned to fobj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43708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indented code block — file is open here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6451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dedented — file auto-closed; with block's __exit__ is called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Moving Within a File — seek()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86868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869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96112" y="914400"/>
            <a:ext cx="347472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6112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280160" y="914400"/>
            <a:ext cx="3474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664208" y="914400"/>
            <a:ext cx="3474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64208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64208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048256" y="914400"/>
            <a:ext cx="3474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48256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48256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432304" y="914400"/>
            <a:ext cx="3474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32304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32304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816352" y="914400"/>
            <a:ext cx="3474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16352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200400" y="914400"/>
            <a:ext cx="3474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584448" y="914400"/>
            <a:ext cx="34747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84448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84448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968496" y="914400"/>
            <a:ext cx="3474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68496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68496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352544" y="914400"/>
            <a:ext cx="3474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52544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52544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736592" y="914400"/>
            <a:ext cx="3474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36592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120640" y="914400"/>
            <a:ext cx="3474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20640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504688" y="914400"/>
            <a:ext cx="3474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04688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04688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888736" y="914400"/>
            <a:ext cx="3474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88736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888736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272784" y="914400"/>
            <a:ext cx="3474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72784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72784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656832" y="914400"/>
            <a:ext cx="3474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56832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656832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7040880" y="914400"/>
            <a:ext cx="3474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40880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040880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424928" y="914400"/>
            <a:ext cx="3474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24928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424928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808976" y="914400"/>
            <a:ext cx="3474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08976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808976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8193024" y="914400"/>
            <a:ext cx="3474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93024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193024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8577072" y="914400"/>
            <a:ext cx="3474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577072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577072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8961120" y="914400"/>
            <a:ext cx="34747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961120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961120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347472" y="12801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index →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228600" y="1572768"/>
            <a:ext cx="868680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65760" y="1591056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</a:t>
            </a:r>
            <a:pPr indent="0" marL="0">
              <a:buNone/>
            </a:pPr>
            <a:r>
              <a:rPr lang="en-US" sz="1300" b="1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file.seek(offset, reference)</a:t>
            </a:r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reference: 0=start, 1=current, 2=end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228600" y="2121408"/>
            <a:ext cx="41605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228600" y="2121408"/>
            <a:ext cx="41605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47472" y="21214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Mode Seek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347472" y="2542032"/>
            <a:ext cx="3931920" cy="20299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8912" y="2587752"/>
            <a:ext cx="374904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Only ref=0 (start) and ref=2 (end) 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ref=1 (current pos) is NOT supported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open('msg.txt','r') as f: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f.seek(512, 0)  # go to pos 512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f.seek(0,  2)  # go to end of file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f.seek(0,  0)  # back to start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4754880" y="2121408"/>
            <a:ext cx="41605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4754880" y="2121408"/>
            <a:ext cx="41605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73752" y="21214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Mode Seek (all 3 refs)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4873752" y="2542032"/>
            <a:ext cx="3931920" cy="20299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965192" y="2587752"/>
            <a:ext cx="374904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open('data.bin','rb') as f: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f.seek(0)       # start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f.seek(12, 0)   # pos 12 from start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f.seek(-15, 2)  # 15 before 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f.seek(6,  1)   # 6 after current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f.seek(-10,1)   # 10 before current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seek() — Practical Example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5120640" cy="4069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Write numbers, then re-read them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216152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open('nums.txt', 'w+') as fobj: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fobj.write(str(233) + '\n')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1709928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fobj.write(str(13.45))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956816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2203704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Move pointer back to start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2450592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fobj.seek(0)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2944368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Read the numbers back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" y="3191256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num_int   = int(fobj.readline())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3438144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num_float = float(fobj.readline())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393192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print(num_int + num_int)     # 466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4178808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print(num_float + num_float) # 26.9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532120" y="868680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32120" y="868680"/>
            <a:ext cx="34747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86868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0" y="9144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 'w+'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119786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'w+' allows both writing AND reading in a single open() call.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32120" y="170992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32120" y="1709928"/>
            <a:ext cx="347472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1709928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43600" y="17556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strings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0" y="20391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write() stores each number as its string representation followed by newline.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532120" y="2551176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32120" y="2551176"/>
            <a:ext cx="347472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2551176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943600" y="25968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seek(0) rewind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0" y="2880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writing, the pointer is at the END. seek(0) resets it back to position 0.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32120" y="3392424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32120" y="3392424"/>
            <a:ext cx="347472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32120" y="3392424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943600" y="34381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convert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43600" y="37216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readline() gets each line as a string. int() and float() parse the values.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532120" y="4233672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532120" y="4233672"/>
            <a:ext cx="347472" cy="7498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32120" y="4233672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943600" y="42793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943600" y="456285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seek(0), reading after writing would return empty string — pointer at end!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Serialization &amp; Deserialization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286000" cy="10058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Object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(list, dict, tuple...)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29000" y="960120"/>
            <a:ext cx="2286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9601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Format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File / String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960120"/>
            <a:ext cx="2286000" cy="10058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9601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Object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(restored!)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51760" y="1408176"/>
            <a:ext cx="77724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1408176"/>
            <a:ext cx="77724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57276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json.dump()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87568" y="157276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json.load()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33472" y="1874520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50992" y="1874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DESERIALIZE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2176272"/>
            <a:ext cx="868680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19456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json module? Writing numbers/dicts manually means painful str() conversion — json.dump() handles everything automatically!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28600" y="27432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743200"/>
            <a:ext cx="41148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7614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json.dump(obj, file)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30815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Python object → JSON and writes directly to a FILE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3383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Use when saving data to disk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7432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743200"/>
            <a:ext cx="41148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7614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json.dumps(obj)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30815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Python object → JSON and returns a STRING in memory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3383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Use when sending data over network or storing in variable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3822192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822192"/>
            <a:ext cx="411480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840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json.load(file)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" y="41605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JSON from a FILE and converts back to Python object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4462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Use when loading saved data from disk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3822192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822192"/>
            <a:ext cx="41148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840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json.loads(string)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0600" y="41605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JSON from a STRING and converts back to Python object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4462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Use when receiving JSON data from network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 Serialization — Code Examples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27889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68680"/>
            <a:ext cx="27889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 a List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2606040" cy="2852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44168"/>
            <a:ext cx="251460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[10, 20, 30, 40, 50]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open('data.json','w+') as f: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json.dump(nums, f)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f.seek(0)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restored = json.load(f)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print(restored)  # [10,20,30,40,50]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868680"/>
            <a:ext cx="27889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68680"/>
            <a:ext cx="27889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868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 a Dictionary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46120" y="1298448"/>
            <a:ext cx="2606040" cy="2852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344168"/>
            <a:ext cx="251460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= {'name':'Alice','age':28}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open('contact.json','w+') as f: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json.dump(contact, f)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f.seek(0)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loaded = json.load(f)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print(loaded['name'])  # Alice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868680"/>
            <a:ext cx="27889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68680"/>
            <a:ext cx="278892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868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 a Tuple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1298448"/>
            <a:ext cx="2606040" cy="2852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344168"/>
            <a:ext cx="251460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 = ('Bob', 35, 98000.0)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open('rec.json','w+') as f: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json.dump(record, f)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f.seek(0)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 = json.load(f)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 load() returns list!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tuple(raw)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4407408"/>
            <a:ext cx="8686800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425696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Tuple warning: </a:t>
            </a:r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json.load() always returns a list, never a tuple. Wrap with </a:t>
            </a:r>
            <a:pPr indent="0" marL="0">
              <a:buNone/>
            </a:pPr>
            <a:r>
              <a:rPr lang="en-US" sz="1300" b="1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tuple()</a:t>
            </a:r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restore tuple type.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dumps / loads — In-Memory &amp; Nested Structures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2062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4206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68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dumps / loads — String-based JSON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280160"/>
            <a:ext cx="397764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25880"/>
            <a:ext cx="3794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[10, 20, 30]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 = ('Zara', 25, 55000.0)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= {'city':'NY', 'zip':'10001'}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 to JSON strings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str1 = json.dumps(nums)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str2 = json.dumps(record)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str3 = json.dumps(info)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 back to Python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json.loads(str1)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tuple(json.loads(str2))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json.loads(str3)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print(l, t, d)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2062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68680"/>
            <a:ext cx="42062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868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Structures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28032" y="1280160"/>
            <a:ext cx="397764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325880"/>
            <a:ext cx="3794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Nested dict of dicts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=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'Alice': {'dept':'Eng', 'yrs':3},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'Bob':   {'dept':'HR',  'yrs':7},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open('team.json','w+') as f: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json.dump(team, f)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f.seek(0)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loaded = json.load(f)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print(loaded['Alice']['dept'])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Eng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86868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422452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dump(obj, file)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saves to FILE  |  </a:t>
            </a:r>
            <a:pPr indent="0" marL="0">
              <a:buNone/>
            </a:pPr>
            <a:r>
              <a:rPr lang="en-US" sz="13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dumps(obj)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returns STRING  |  JSON supports nested lists/dicts natively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supported types: dict → object, list/tuple → array, str, int, float, bool, None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 — 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77640" cy="896112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097280"/>
            <a:ext cx="3758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with Keyword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417320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Auto-closes files even if exceptions occur. Cleaner than manual open/close. Always prefer with.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1051560"/>
            <a:ext cx="3977640" cy="896112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0328" y="1097280"/>
            <a:ext cx="3758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seek(offset, ref)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417320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to any position: 0=start, 1=current, 2=end. Binary mode supports all 3; text mode only 0 and 2.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3977640" cy="896112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2148840"/>
            <a:ext cx="3758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json.dump / load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" y="2468880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dump() writes to file; load() reads from file. Handles lists, dicts, strings, numbers automatically.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00600" y="2103120"/>
            <a:ext cx="3977640" cy="896112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0328" y="2148840"/>
            <a:ext cx="3758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json.dumps / loads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468880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dumps() converts to string; loads() parses string. No file needed — great for APIs &amp; network data.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377440" y="3154680"/>
            <a:ext cx="3977640" cy="896112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87168" y="3200400"/>
            <a:ext cx="3758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Tuple Warning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87168" y="3520440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json.load() returns a list, not a tuple. Always wrap with tuple() if tuple type is needed.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446227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→ Serialization of Custom Types  •  File &amp; Directory Operations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2026-03-08T03:33:30Z</dcterms:created>
  <dcterms:modified xsi:type="dcterms:W3CDTF">2026-03-08T03:33:30Z</dcterms:modified>
</cp:coreProperties>
</file>