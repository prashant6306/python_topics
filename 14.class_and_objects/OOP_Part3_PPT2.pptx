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 Python — Part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· Overloading · Operator Overloading — Part 2 of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· Method Overloading · Operator Overloading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Polymorphism?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= Many, Morph = Forms. Polymorphism means the same entity (method/operator) can take multiple forms depending on the context.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51760" cy="192024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26517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— Method Overriding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 redefines parent's method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name, different behavior per class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2651760" cy="192024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65960"/>
            <a:ext cx="265176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— Method Overloading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487168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name, different parameters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 simulates via default params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965960"/>
            <a:ext cx="2651760" cy="1920240"/>
          </a:xfrm>
          <a:prstGeom prst="rect">
            <a:avLst/>
          </a:prstGeom>
          <a:solidFill>
            <a:srgbClr val="0F346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965960"/>
            <a:ext cx="265176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— Operator Overloading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487168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operator (+, -, *, /) behaves differently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Based on the operand type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23360"/>
            <a:ext cx="109728" cy="8229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13308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38912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makes code flexible and extensible — the same interface can work with different types of objects.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of Polymorphism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— Recap &amp;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parent and child both define a method with the same name, calling that method on the child object executes the child's version.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27432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813816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Vehicle: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print("Vehicle starting...")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describe(self):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 am a generic vehicle")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ElectricCar(Vehicle):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start(self):                        # OVERRIDES Vehicle.start()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print("Electric car starting silently...")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describe(self):                     # OVERRIDES Vehicle.describe()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 am an electric vehicle — zero emissions!")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= ElectricCar()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car.start()     # OUTPUT: Electric car starting silently...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car.describe()  # OUTPUT: I am an electric vehicle — zero emissions!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start() and describe() are overridden — child's version runs for both calls.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+ super()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Both Versions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super().method() inside the child's overridden method to execute the parent's version as well.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2834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813816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Vehicle: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print("Checking fuel/battery...")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print("Ignition system initialized")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ElectricCar(Vehicle):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super().start()             # Calls Vehicle's start()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print("Electric motor powered on!")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print("Navigation system ready")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= ElectricCar()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car.start()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Checking fuel/battery...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Ignition system initialized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Electric motor powered on!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Navigation system ready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4754880"/>
            <a:ext cx="109728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8646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5120640"/>
            <a:ext cx="8119872" cy="-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super().start() → parent's code runs first → then child's own code continues.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of Polymorphism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— Concept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Method Overloading?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means having multiple methods with the SAME name but DIFFERENT number or types of parameters. The correct version is called based on the arguments passed.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023360" cy="1645920"/>
          </a:xfrm>
          <a:prstGeom prst="rect">
            <a:avLst/>
          </a:prstGeom>
          <a:solidFill>
            <a:srgbClr val="2D1010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Python's Limitation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393192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96896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calculate(a, b):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calculate(a, b, c):  # OVERRIDES previous!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 + 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the LAST definition is kept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calculate(1, 2) → TypeError! (expects 3 args)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0" cy="1645920"/>
          </a:xfrm>
          <a:prstGeom prst="rect">
            <a:avLst/>
          </a:prstGeom>
          <a:solidFill>
            <a:srgbClr val="0D2818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03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Python Solution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487168"/>
            <a:ext cx="40233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96896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calculate(a, b, c=0):  # Default parameter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 + 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calculate(1, 2)     # → 3  (c defaults to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calculate(1, 2, 3)  # → 6  (c = 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94760"/>
            <a:ext cx="109728" cy="10515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0448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160520"/>
            <a:ext cx="81198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 NOT natively support method overloading. If you define the same method twice, only the last definition survives. Use default parameters to simulate overloading.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Method Overloading with Default Parameters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813816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Calculator: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add(self, x, y, z=0, w=0):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"""Simulates overloading — can accept 2, 3, or 4 numbers"""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 + y + z + 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greet(self, name, greeting="Hello"):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"""Default greeting if not provided"""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f"{greeting}, {name}!"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 = Calculator()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print(calc.add(5, 10))           # 15  (z=0, w=0 by default)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print(calc.add(5, 10, 15))       # 30  (w=0 by default)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print(calc.add(5, 10, 15, 20))   # 50  (all four provided)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print(calc.greet("Arjun"))           # Hello, Arjun!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print(calc.greet("Arjun", "Namaste")) # Namaste, Arjun!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parameters make arguments optional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keeps only the LAST definition — so simulate with one method + defaults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7914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Java/C++ support true overloading; Python does not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of Polymorphism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Operator Overloading?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operator (+, -, *, /) behaves differently based on the type of the operands. This is already built into Python for primitive types.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137160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addition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51760" cy="137160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+ " World"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"Hello World"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concatenation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651760" cy="1371600"/>
          </a:xfrm>
          <a:prstGeom prst="rect">
            <a:avLst/>
          </a:prstGeom>
          <a:solidFill>
            <a:srgbClr val="0F346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[1,2] + [3,4]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[1, 2, 3, 4]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concatenation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29000"/>
            <a:ext cx="109728" cy="8229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3872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 Classes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79476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define how operators behave on our own custom class objects using special methods called Magic Methods (Dunder Methods).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__add__  __sub__  __mul__  __truediv__  __str__  __repr__  and more...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Methods (Dunder Methods)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Magic Methods?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with double underscore prefix and suffix (e.g. __add__) that Python calls automatically when operators are used. Also called 'dunder' methods.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8412480" cy="283464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474720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+  (add)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__add__(self, other)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obj1 + obj2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-  (subtract)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__sub__(self, other)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obj1 - obj2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*  (multiply)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__mul__(self, other)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obj1 * obj2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/  (divide)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__truediv__(self, other)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obj1 / obj2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==  (equal)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__eq__(self, other)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obj1 == obj2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__str__(self)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print(obj) or str(obj)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 — Fraction Class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created a Fraction class (from Monday's session). Now let's make + - * / operators work naturally on Fraction objects using magic methods.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3108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813816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Fraction: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numerator, denominator):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self.num = numerator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self.den = denominator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f"{self.num}/{self.den}"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__add__(self, other):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a/b + c/d = (a*d + b*c) / (b*d)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new_num = self.num * other.den + self.den * other.num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new_den = self.den * other.den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Fraction(new_num, new_den)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Fraction(1, 2)    # 1/2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 = Fraction(1, 3)    # 1/3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f1 + f2       # Calls f1.__add__(f2)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  # OUTPUT: 5/6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0"/>
            <a:ext cx="8412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 f2  →  Python automatically calls  f1.__add__(f2)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Class — All 4 Operators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39319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813816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Fraction: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num, den):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self.num = 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self.den = den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f"{self.num}/{self.den}"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__add__(self, other):          # Handles:  f1 + f2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= self.num * other.den + self.den * other.num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 = self.den * other.den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Fraction(n, 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__sub__(self, other):          # Handles:  f1 - f2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= self.num * other.den - self.den * other.num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 = self.den * other.den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Fraction(n, 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__mul__(self, other):          # Handles:  f1 * f2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Fraction(self.num * other.num, self.den * other.den)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__truediv__(self, other):      # Handles:  f1 / f2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Fraction(self.num * other.den, self.den * other.num)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974336"/>
            <a:ext cx="8138160" cy="-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f1, f2 = Fraction(3, 4), Fraction(1,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print(f1 + f2)   # 10/8    print(f1 - f2)   # 2/8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print(f1 * f2)   # 3/8     print(f1 / f2)   # 6/4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Prediction Exercises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Q1 &amp; Q2 — Inheritance Constructor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is the output?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192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374904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Alpha: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self.x = 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Beta(Alpha):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Beta(100)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print(obj.x)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310128"/>
            <a:ext cx="4023360" cy="4114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558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100 — Beta has no constructor, so Alpha's __init__ runs. obj.x = 100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is the output?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114800" cy="192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35608"/>
            <a:ext cx="384048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Alpha: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self.x = 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Beta(Alpha):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self.y = 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Beta(10)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print(obj.x)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310128"/>
            <a:ext cx="4114800" cy="411480"/>
          </a:xfrm>
          <a:prstGeom prst="rect">
            <a:avLst/>
          </a:prstGeom>
          <a:solidFill>
            <a:srgbClr val="2D1010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355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AttributeError — Beta's __init__ ran; Alpha's never called, so obj.x doesn't exist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840480"/>
            <a:ext cx="10972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9502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for Q2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20624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super().__init__(x)  inside Beta's constructor to initialize self.x from Alpha's constructor.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Q3 &amp; Q4 — Method Overriding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Predict the output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2011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374904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Shape: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area(self):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print("Calculating area of shape")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Circle(Shape):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area(self):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print("Calculating area of circle")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Circle()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obj.area()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401568"/>
            <a:ext cx="4023360" cy="4114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47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'Calculating area of circle' — Child's overriding method runs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Predict the output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114800" cy="2011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35608"/>
            <a:ext cx="384048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Shape: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area(self):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print("Shape area")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Circle(Shape):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area(self):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super().area()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print("Circle area")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Circle()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obj.area()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401568"/>
            <a:ext cx="4114800" cy="4114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447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'Shape area' then 'Circle area' — super().area() runs parent first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931920"/>
            <a:ext cx="10972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4164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29768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super().method() inside child's overriding method → parent runs first, then child's code continues.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Q5 — The Infinite Recursion Trap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8229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784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8119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common interview question. Look carefully at whether self.method() or super().method() is used inside an overridden method.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937760" cy="2560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466344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Alpha: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process(self):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print("Alpha processing")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Beta(Alpha):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process(self):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print("Beta processing")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self.process()    # ← What happens here?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Beta()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obj.process()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3291840" cy="2560320"/>
          </a:xfrm>
          <a:prstGeom prst="rect">
            <a:avLst/>
          </a:prstGeom>
          <a:solidFill>
            <a:srgbClr val="2D1010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965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23500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obj.process() → calls Beta.process()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Prints 'Beta processing'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953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self.process() → calls Beta.process() AGAIN (not Alpha!)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32552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Prints 'Beta processing' again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3557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self.process() → calls Beta.process() AGAIN...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858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∞ loop → RecursionError!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  self.process()  with  super().process()  to call Alpha's version instead of Beta's own.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Q6 — Multi-Level Inheritance with super()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937760" cy="36576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466344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Grandparent: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print("Grandparent constructor")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self.x = 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Parent(Grandparent):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x, 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print("Parent constructor")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self.y = 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Child(Parent):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x, y, z):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print("Child constructor")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super().__init__(x, 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self.z = z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Child(1, 2, 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print(obj.x, obj.y, obj.z)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3291840" cy="3657600"/>
          </a:xfrm>
          <a:prstGeom prst="rect">
            <a:avLst/>
          </a:prstGeom>
          <a:solidFill>
            <a:srgbClr val="0D1B2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2356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constructor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23560" y="1719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super().__init__(x,y)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0" y="2020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constructor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3225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super().__init__(x)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2624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Grandparent constructor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self.x =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3227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Returns to Parent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3529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self.y =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38313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Returns to Child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41330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self.z =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663440"/>
            <a:ext cx="109728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7316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5029200"/>
            <a:ext cx="8119872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constructor → Parent constructor → Grandparent constructor → 1 2 3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Q7 — Multiple Inheritance &amp; MRO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937760" cy="3383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46634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show(self):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print("X show")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show(self):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print("Y show")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Z(X, Y):     # Z inherits from X first, then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W(Y, X):     # W inherits from Y first, then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obj1 = Z()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obj1.show()       # Output: 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obj2 = 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obj2.show()       # Output: 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3291840" cy="3383280"/>
          </a:xfrm>
          <a:prstGeom prst="rect">
            <a:avLst/>
          </a:prstGeom>
          <a:solidFill>
            <a:srgbClr val="0D1B2A"/>
          </a:solidFill>
          <a:ln w="19050">
            <a:solidFill>
              <a:srgbClr val="F77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23560" y="14173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obj1.show() → "X show"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Z(X, Y) → X is first → X.show() runs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21945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obj2.show() → "Y show"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W(Y, X) → Y is first → Y.show() runs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 Rule: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First-listed parent wins when both have same method.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4389120"/>
            <a:ext cx="10972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49884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754880"/>
            <a:ext cx="8119872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ORDER of parents in the class definition bracket to determine which method runs.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Q8 — Operator Overloading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937760" cy="3840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466344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Vector: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x, 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self.x =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self.y = 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f"Vector({self.x}, {self.y})"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__add__(self, other):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Vector(self.x + other.x, self.y + other.y)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__mul__(self, scalar):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Vector(self.x * scalar, self.y * scalar)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= Vector(2, 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= Vector(4, 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result1 = v1 + 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print(result1)           # Output: 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result2 = v1 *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print(result2)           # Output: 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3291840" cy="3840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23560" y="14173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+ v2 calls v1.__add__(v2)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Vector(2+4, 3+1)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Vector(6, 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Vector(6, 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26974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* 3 calls v1.__mul__(3)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Vector(2*3, 3*3)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Vector(6, 9)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Vector(6, 9)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4828032"/>
            <a:ext cx="109728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937760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5193792"/>
            <a:ext cx="8119872" cy="-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maps operators to magic methods automatically. You define __add__ and + 'just works'.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Summary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concepts from Part 1 &amp; Part 2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 Python — Complete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46888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Keyword/Syntax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HAS-A — one class owns another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A: has object of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IS-A — child gets parent's data/methods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Child(Parent):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parent's constructor or methods from child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super().__init__() / super().method()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Overriding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redefines parent's method — child's version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 same_name(self):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Overloading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in Python using default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 f(a, b, c=0):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Overloading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operator behavior via magic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__add__, __sub__, __mul__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multiple inheritance conflicts — first parent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C(A, B):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 Tips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0F346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are the 4 pillars of OOP?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9509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Encapsulation, Abstraction, Inheritance, Polymorphism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412480" cy="566928"/>
          </a:xfrm>
          <a:prstGeom prst="rect">
            <a:avLst/>
          </a:prstGeom>
          <a:solidFill>
            <a:srgbClr val="0F346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81912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184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Difference between Aggregation and Inheritance?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Aggregation = HAS-A (ownership). Inheritance = IS-A (extension)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8412480" cy="566928"/>
          </a:xfrm>
          <a:prstGeom prst="rect">
            <a:avLst/>
          </a:prstGeom>
          <a:solidFill>
            <a:srgbClr val="0F346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49424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MRO and Diamond Problem?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MRO resolves same-method conflict in Multiple Inheritance — first parent listed wins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16936"/>
            <a:ext cx="8412480" cy="566928"/>
          </a:xfrm>
          <a:prstGeom prst="rect">
            <a:avLst/>
          </a:prstGeom>
          <a:solidFill>
            <a:srgbClr val="0F346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16936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53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Python support Method Overloading?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953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 — last definition overwrites. Simulate using default parameters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84448"/>
            <a:ext cx="8412480" cy="566928"/>
          </a:xfrm>
          <a:prstGeom prst="rect">
            <a:avLst/>
          </a:prstGeom>
          <a:solidFill>
            <a:srgbClr val="0F346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84448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21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When to use super()?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6210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When child has its own constructor but also needs parent's attributes initialized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0F346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51960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88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Method Overriding?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4288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Child redefines parent's method with same name — child's version runs on child object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Keywords &amp; Concepts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1024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blueprint/template for objects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92808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0253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00253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current instance of the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71216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0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298094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— runs automatically when object is created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9624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49624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5935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39593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parent class's constructor or method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914400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914400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02412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024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empty class/method body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892808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892808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0253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__add__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00253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method for + operator overloading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871216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871216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80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298094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string representation of an object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849624"/>
            <a:ext cx="4160520" cy="8046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849624"/>
            <a:ext cx="146304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95935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39593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Resolution Order — Python's rule for multiple inheritance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0F3460">
              <a:alpha val="5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2743200" cy="27432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all set! 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 Python — Part 3 Complete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Aggregation (HAS-A)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Inheritance (IS-A)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super() keyword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Method Overriding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Types of Inheritance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Polymorphism (3 types)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Operator Overloading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Magic Methods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MRO &amp; Diamond Problem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Friday — Real-World OOP Project  |  Saturday — Interview Questions  |  Monday — Exception Handling &amp; Modules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in Python — Polymorphism</dc:title>
  <dc:subject>PptxGenJS Presentation</dc:subject>
  <dc:creator>PptxGenJS</dc:creator>
  <cp:lastModifiedBy>PptxGenJS</cp:lastModifiedBy>
  <cp:revision>1</cp:revision>
  <dcterms:created xsi:type="dcterms:W3CDTF">2026-03-02T09:58:59Z</dcterms:created>
  <dcterms:modified xsi:type="dcterms:W3CDTF">2026-03-02T09:58:59Z</dcterms:modified>
</cp:coreProperties>
</file>